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7" r:id="rId1"/>
  </p:sldMasterIdLst>
  <p:notesMasterIdLst>
    <p:notesMasterId r:id="rId17"/>
  </p:notesMasterIdLst>
  <p:sldIdLst>
    <p:sldId id="263" r:id="rId2"/>
    <p:sldId id="312" r:id="rId3"/>
    <p:sldId id="314" r:id="rId4"/>
    <p:sldId id="326" r:id="rId5"/>
    <p:sldId id="325" r:id="rId6"/>
    <p:sldId id="327" r:id="rId7"/>
    <p:sldId id="315" r:id="rId8"/>
    <p:sldId id="328" r:id="rId9"/>
    <p:sldId id="329" r:id="rId10"/>
    <p:sldId id="330" r:id="rId11"/>
    <p:sldId id="331" r:id="rId12"/>
    <p:sldId id="332" r:id="rId13"/>
    <p:sldId id="333" r:id="rId14"/>
    <p:sldId id="317" r:id="rId15"/>
    <p:sldId id="334" r:id="rId16"/>
  </p:sldIdLst>
  <p:sldSz cx="9144000" cy="5143500" type="screen16x9"/>
  <p:notesSz cx="6858000" cy="9144000"/>
  <p:embeddedFontLst>
    <p:embeddedFont>
      <p:font typeface="Instrument Serif" panose="020B0604020202020204" charset="0"/>
      <p:regular r:id="rId18"/>
      <p:italic r:id="rId19"/>
    </p:embeddedFon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Inter ExtraBold" panose="020B0604020202020204" charset="0"/>
      <p:bold r:id="rId24"/>
      <p:boldItalic r:id="rId25"/>
    </p:embeddedFont>
    <p:embeddedFont>
      <p:font typeface="Inter Medium" panose="020B0604020202020204" charset="0"/>
      <p:regular r:id="rId26"/>
      <p:bold r:id="rId27"/>
      <p:italic r:id="rId28"/>
      <p:boldItalic r:id="rId29"/>
    </p:embeddedFont>
    <p:embeddedFont>
      <p:font typeface="Inter SemiBold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37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4ABCDF-9621-4193-BDFD-ADF672389FB6}" v="53" dt="2026-02-09T03:47:24.5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>
      <p:cViewPr>
        <p:scale>
          <a:sx n="100" d="100"/>
          <a:sy n="100" d="100"/>
        </p:scale>
        <p:origin x="316" y="-184"/>
      </p:cViewPr>
      <p:guideLst>
        <p:guide orient="horz" pos="163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microsoft.com/office/2015/10/relationships/revisionInfo" Target="revisionInfo.xml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Tran" userId="645c8b08-77ea-4e26-a263-55df9c332471" providerId="ADAL" clId="{41229433-1E4D-4403-A426-C7F8A23DA638}"/>
    <pc:docChg chg="undo custSel addSld delSld modSld sldOrd">
      <pc:chgData name="Andrew Tran" userId="645c8b08-77ea-4e26-a263-55df9c332471" providerId="ADAL" clId="{41229433-1E4D-4403-A426-C7F8A23DA638}" dt="2026-02-09T04:03:48.642" v="4969" actId="1076"/>
      <pc:docMkLst>
        <pc:docMk/>
      </pc:docMkLst>
      <pc:sldChg chg="del">
        <pc:chgData name="Andrew Tran" userId="645c8b08-77ea-4e26-a263-55df9c332471" providerId="ADAL" clId="{41229433-1E4D-4403-A426-C7F8A23DA638}" dt="2026-02-09T03:59:54.684" v="4941" actId="47"/>
        <pc:sldMkLst>
          <pc:docMk/>
          <pc:sldMk cId="0" sldId="285"/>
        </pc:sldMkLst>
      </pc:sldChg>
      <pc:sldChg chg="del">
        <pc:chgData name="Andrew Tran" userId="645c8b08-77ea-4e26-a263-55df9c332471" providerId="ADAL" clId="{41229433-1E4D-4403-A426-C7F8A23DA638}" dt="2026-02-09T03:59:54.684" v="4941" actId="47"/>
        <pc:sldMkLst>
          <pc:docMk/>
          <pc:sldMk cId="893794083" sldId="313"/>
        </pc:sldMkLst>
      </pc:sldChg>
      <pc:sldChg chg="addSp delSp modSp mod">
        <pc:chgData name="Andrew Tran" userId="645c8b08-77ea-4e26-a263-55df9c332471" providerId="ADAL" clId="{41229433-1E4D-4403-A426-C7F8A23DA638}" dt="2026-02-09T03:05:25.458" v="2342" actId="255"/>
        <pc:sldMkLst>
          <pc:docMk/>
          <pc:sldMk cId="2980031469" sldId="314"/>
        </pc:sldMkLst>
        <pc:spChg chg="del">
          <ac:chgData name="Andrew Tran" userId="645c8b08-77ea-4e26-a263-55df9c332471" providerId="ADAL" clId="{41229433-1E4D-4403-A426-C7F8A23DA638}" dt="2026-02-08T01:27:21.207" v="1" actId="478"/>
          <ac:spMkLst>
            <pc:docMk/>
            <pc:sldMk cId="2980031469" sldId="314"/>
            <ac:spMk id="4" creationId="{464A7F98-0F9A-A67A-4A6F-87C76893FBA1}"/>
          </ac:spMkLst>
        </pc:spChg>
        <pc:spChg chg="mod">
          <ac:chgData name="Andrew Tran" userId="645c8b08-77ea-4e26-a263-55df9c332471" providerId="ADAL" clId="{41229433-1E4D-4403-A426-C7F8A23DA638}" dt="2026-02-09T03:05:25.458" v="2342" actId="255"/>
          <ac:spMkLst>
            <pc:docMk/>
            <pc:sldMk cId="2980031469" sldId="314"/>
            <ac:spMk id="5" creationId="{5B4C5CDB-3674-B864-2D9C-D5113CE82EF0}"/>
          </ac:spMkLst>
        </pc:spChg>
        <pc:spChg chg="del">
          <ac:chgData name="Andrew Tran" userId="645c8b08-77ea-4e26-a263-55df9c332471" providerId="ADAL" clId="{41229433-1E4D-4403-A426-C7F8A23DA638}" dt="2026-02-08T01:27:19.252" v="0" actId="478"/>
          <ac:spMkLst>
            <pc:docMk/>
            <pc:sldMk cId="2980031469" sldId="314"/>
            <ac:spMk id="6" creationId="{7A49C529-2237-B332-F7B5-C26EC7CCD5AB}"/>
          </ac:spMkLst>
        </pc:spChg>
        <pc:spChg chg="del">
          <ac:chgData name="Andrew Tran" userId="645c8b08-77ea-4e26-a263-55df9c332471" providerId="ADAL" clId="{41229433-1E4D-4403-A426-C7F8A23DA638}" dt="2026-02-08T01:27:21.207" v="1" actId="478"/>
          <ac:spMkLst>
            <pc:docMk/>
            <pc:sldMk cId="2980031469" sldId="314"/>
            <ac:spMk id="7" creationId="{5C2C09AF-A2D3-91EF-3359-1720297D41C1}"/>
          </ac:spMkLst>
        </pc:spChg>
        <pc:spChg chg="del">
          <ac:chgData name="Andrew Tran" userId="645c8b08-77ea-4e26-a263-55df9c332471" providerId="ADAL" clId="{41229433-1E4D-4403-A426-C7F8A23DA638}" dt="2026-02-08T01:27:22.906" v="2" actId="478"/>
          <ac:spMkLst>
            <pc:docMk/>
            <pc:sldMk cId="2980031469" sldId="314"/>
            <ac:spMk id="8" creationId="{E8670FAA-8F4D-6AC8-9E61-A0F1D58281EB}"/>
          </ac:spMkLst>
        </pc:spChg>
        <pc:spChg chg="del">
          <ac:chgData name="Andrew Tran" userId="645c8b08-77ea-4e26-a263-55df9c332471" providerId="ADAL" clId="{41229433-1E4D-4403-A426-C7F8A23DA638}" dt="2026-02-08T01:27:19.252" v="0" actId="478"/>
          <ac:spMkLst>
            <pc:docMk/>
            <pc:sldMk cId="2980031469" sldId="314"/>
            <ac:spMk id="9" creationId="{578713F4-91BE-7446-1D07-06AAD215247F}"/>
          </ac:spMkLst>
        </pc:spChg>
        <pc:spChg chg="del">
          <ac:chgData name="Andrew Tran" userId="645c8b08-77ea-4e26-a263-55df9c332471" providerId="ADAL" clId="{41229433-1E4D-4403-A426-C7F8A23DA638}" dt="2026-02-08T01:27:19.252" v="0" actId="478"/>
          <ac:spMkLst>
            <pc:docMk/>
            <pc:sldMk cId="2980031469" sldId="314"/>
            <ac:spMk id="10" creationId="{532134B4-B1E8-660F-6631-B99296A3AC31}"/>
          </ac:spMkLst>
        </pc:spChg>
        <pc:spChg chg="del">
          <ac:chgData name="Andrew Tran" userId="645c8b08-77ea-4e26-a263-55df9c332471" providerId="ADAL" clId="{41229433-1E4D-4403-A426-C7F8A23DA638}" dt="2026-02-08T01:27:22.906" v="2" actId="478"/>
          <ac:spMkLst>
            <pc:docMk/>
            <pc:sldMk cId="2980031469" sldId="314"/>
            <ac:spMk id="11" creationId="{A61359A4-E22F-ACDD-82C3-4CF5E431F184}"/>
          </ac:spMkLst>
        </pc:spChg>
        <pc:spChg chg="del">
          <ac:chgData name="Andrew Tran" userId="645c8b08-77ea-4e26-a263-55df9c332471" providerId="ADAL" clId="{41229433-1E4D-4403-A426-C7F8A23DA638}" dt="2026-02-08T01:27:19.252" v="0" actId="478"/>
          <ac:spMkLst>
            <pc:docMk/>
            <pc:sldMk cId="2980031469" sldId="314"/>
            <ac:spMk id="12" creationId="{E74A8EE1-4195-E0C5-FA8D-C9CBFEE73438}"/>
          </ac:spMkLst>
        </pc:spChg>
        <pc:spChg chg="del">
          <ac:chgData name="Andrew Tran" userId="645c8b08-77ea-4e26-a263-55df9c332471" providerId="ADAL" clId="{41229433-1E4D-4403-A426-C7F8A23DA638}" dt="2026-02-08T01:27:19.252" v="0" actId="478"/>
          <ac:spMkLst>
            <pc:docMk/>
            <pc:sldMk cId="2980031469" sldId="314"/>
            <ac:spMk id="13" creationId="{48CF0627-D2A9-7570-F124-42705C612B22}"/>
          </ac:spMkLst>
        </pc:spChg>
        <pc:spChg chg="add mod">
          <ac:chgData name="Andrew Tran" userId="645c8b08-77ea-4e26-a263-55df9c332471" providerId="ADAL" clId="{41229433-1E4D-4403-A426-C7F8A23DA638}" dt="2026-02-08T01:55:18.498" v="1223" actId="20577"/>
          <ac:spMkLst>
            <pc:docMk/>
            <pc:sldMk cId="2980031469" sldId="314"/>
            <ac:spMk id="14" creationId="{27598830-9E3B-98B3-C1C8-F18982CBD6AF}"/>
          </ac:spMkLst>
        </pc:spChg>
        <pc:spChg chg="mod">
          <ac:chgData name="Andrew Tran" userId="645c8b08-77ea-4e26-a263-55df9c332471" providerId="ADAL" clId="{41229433-1E4D-4403-A426-C7F8A23DA638}" dt="2026-02-09T03:05:21.290" v="2340" actId="255"/>
          <ac:spMkLst>
            <pc:docMk/>
            <pc:sldMk cId="2980031469" sldId="314"/>
            <ac:spMk id="744" creationId="{C4FBC767-D119-728B-F72E-1C2E2A119E5E}"/>
          </ac:spMkLst>
        </pc:spChg>
        <pc:picChg chg="add mod">
          <ac:chgData name="Andrew Tran" userId="645c8b08-77ea-4e26-a263-55df9c332471" providerId="ADAL" clId="{41229433-1E4D-4403-A426-C7F8A23DA638}" dt="2026-02-08T01:44:55.108" v="10" actId="1076"/>
          <ac:picMkLst>
            <pc:docMk/>
            <pc:sldMk cId="2980031469" sldId="314"/>
            <ac:picMk id="3" creationId="{6CACA75E-0EBC-0A69-F602-9295D48FBA6F}"/>
          </ac:picMkLst>
        </pc:picChg>
      </pc:sldChg>
      <pc:sldChg chg="addSp delSp modSp mod">
        <pc:chgData name="Andrew Tran" userId="645c8b08-77ea-4e26-a263-55df9c332471" providerId="ADAL" clId="{41229433-1E4D-4403-A426-C7F8A23DA638}" dt="2026-02-09T04:03:33.597" v="4967" actId="1076"/>
        <pc:sldMkLst>
          <pc:docMk/>
          <pc:sldMk cId="1386428483" sldId="315"/>
        </pc:sldMkLst>
        <pc:spChg chg="del">
          <ac:chgData name="Andrew Tran" userId="645c8b08-77ea-4e26-a263-55df9c332471" providerId="ADAL" clId="{41229433-1E4D-4403-A426-C7F8A23DA638}" dt="2026-02-08T02:05:20.506" v="1430" actId="478"/>
          <ac:spMkLst>
            <pc:docMk/>
            <pc:sldMk cId="1386428483" sldId="315"/>
            <ac:spMk id="2" creationId="{E2B1C2D0-BD49-C5C4-AF02-AE98E9E8E5C3}"/>
          </ac:spMkLst>
        </pc:spChg>
        <pc:spChg chg="del">
          <ac:chgData name="Andrew Tran" userId="645c8b08-77ea-4e26-a263-55df9c332471" providerId="ADAL" clId="{41229433-1E4D-4403-A426-C7F8A23DA638}" dt="2026-02-08T02:05:20.506" v="1430" actId="478"/>
          <ac:spMkLst>
            <pc:docMk/>
            <pc:sldMk cId="1386428483" sldId="315"/>
            <ac:spMk id="3" creationId="{98B63E6F-22A4-F0B7-C7CE-0DE969846B38}"/>
          </ac:spMkLst>
        </pc:spChg>
        <pc:spChg chg="del mod">
          <ac:chgData name="Andrew Tran" userId="645c8b08-77ea-4e26-a263-55df9c332471" providerId="ADAL" clId="{41229433-1E4D-4403-A426-C7F8A23DA638}" dt="2026-02-08T02:05:18.641" v="1429" actId="478"/>
          <ac:spMkLst>
            <pc:docMk/>
            <pc:sldMk cId="1386428483" sldId="315"/>
            <ac:spMk id="5" creationId="{2BF7ACAD-EEB5-61A3-7C4E-2F2DCC37AE0B}"/>
          </ac:spMkLst>
        </pc:spChg>
        <pc:spChg chg="add del mod">
          <ac:chgData name="Andrew Tran" userId="645c8b08-77ea-4e26-a263-55df9c332471" providerId="ADAL" clId="{41229433-1E4D-4403-A426-C7F8A23DA638}" dt="2026-02-08T02:05:22.500" v="1431" actId="478"/>
          <ac:spMkLst>
            <pc:docMk/>
            <pc:sldMk cId="1386428483" sldId="315"/>
            <ac:spMk id="6" creationId="{95638D35-FD85-4AB0-9239-B4ED0E7D59F9}"/>
          </ac:spMkLst>
        </pc:spChg>
        <pc:spChg chg="add mod">
          <ac:chgData name="Andrew Tran" userId="645c8b08-77ea-4e26-a263-55df9c332471" providerId="ADAL" clId="{41229433-1E4D-4403-A426-C7F8A23DA638}" dt="2026-02-08T03:20:28.219" v="1952" actId="1076"/>
          <ac:spMkLst>
            <pc:docMk/>
            <pc:sldMk cId="1386428483" sldId="315"/>
            <ac:spMk id="12" creationId="{992CA05E-CC94-90EB-7F62-FCEDB1B40F08}"/>
          </ac:spMkLst>
        </pc:spChg>
        <pc:spChg chg="del">
          <ac:chgData name="Andrew Tran" userId="645c8b08-77ea-4e26-a263-55df9c332471" providerId="ADAL" clId="{41229433-1E4D-4403-A426-C7F8A23DA638}" dt="2026-02-08T02:05:20.506" v="1430" actId="478"/>
          <ac:spMkLst>
            <pc:docMk/>
            <pc:sldMk cId="1386428483" sldId="315"/>
            <ac:spMk id="14" creationId="{13C2584E-D0BD-4534-C090-43EB01F5BDC4}"/>
          </ac:spMkLst>
        </pc:spChg>
        <pc:spChg chg="del">
          <ac:chgData name="Andrew Tran" userId="645c8b08-77ea-4e26-a263-55df9c332471" providerId="ADAL" clId="{41229433-1E4D-4403-A426-C7F8A23DA638}" dt="2026-02-08T02:05:20.506" v="1430" actId="478"/>
          <ac:spMkLst>
            <pc:docMk/>
            <pc:sldMk cId="1386428483" sldId="315"/>
            <ac:spMk id="15" creationId="{62142888-ED2A-B83D-DDD8-78BA1487F8A6}"/>
          </ac:spMkLst>
        </pc:spChg>
        <pc:spChg chg="del">
          <ac:chgData name="Andrew Tran" userId="645c8b08-77ea-4e26-a263-55df9c332471" providerId="ADAL" clId="{41229433-1E4D-4403-A426-C7F8A23DA638}" dt="2026-02-08T02:05:20.506" v="1430" actId="478"/>
          <ac:spMkLst>
            <pc:docMk/>
            <pc:sldMk cId="1386428483" sldId="315"/>
            <ac:spMk id="16" creationId="{6D197A7E-D59F-7CC9-C8F5-E16CA166A96E}"/>
          </ac:spMkLst>
        </pc:spChg>
        <pc:spChg chg="del">
          <ac:chgData name="Andrew Tran" userId="645c8b08-77ea-4e26-a263-55df9c332471" providerId="ADAL" clId="{41229433-1E4D-4403-A426-C7F8A23DA638}" dt="2026-02-08T02:05:20.506" v="1430" actId="478"/>
          <ac:spMkLst>
            <pc:docMk/>
            <pc:sldMk cId="1386428483" sldId="315"/>
            <ac:spMk id="17" creationId="{02CDA308-060D-28FE-9A84-6261EB37F42B}"/>
          </ac:spMkLst>
        </pc:spChg>
        <pc:spChg chg="del">
          <ac:chgData name="Andrew Tran" userId="645c8b08-77ea-4e26-a263-55df9c332471" providerId="ADAL" clId="{41229433-1E4D-4403-A426-C7F8A23DA638}" dt="2026-02-08T02:05:20.506" v="1430" actId="478"/>
          <ac:spMkLst>
            <pc:docMk/>
            <pc:sldMk cId="1386428483" sldId="315"/>
            <ac:spMk id="18" creationId="{9144B73B-DA50-C37B-99FA-7AF325CF4BA9}"/>
          </ac:spMkLst>
        </pc:spChg>
        <pc:spChg chg="del">
          <ac:chgData name="Andrew Tran" userId="645c8b08-77ea-4e26-a263-55df9c332471" providerId="ADAL" clId="{41229433-1E4D-4403-A426-C7F8A23DA638}" dt="2026-02-08T02:05:20.506" v="1430" actId="478"/>
          <ac:spMkLst>
            <pc:docMk/>
            <pc:sldMk cId="1386428483" sldId="315"/>
            <ac:spMk id="19" creationId="{FC347A3B-52A5-8F15-A826-E99710806DB3}"/>
          </ac:spMkLst>
        </pc:spChg>
        <pc:spChg chg="del">
          <ac:chgData name="Andrew Tran" userId="645c8b08-77ea-4e26-a263-55df9c332471" providerId="ADAL" clId="{41229433-1E4D-4403-A426-C7F8A23DA638}" dt="2026-02-08T02:05:20.506" v="1430" actId="478"/>
          <ac:spMkLst>
            <pc:docMk/>
            <pc:sldMk cId="1386428483" sldId="315"/>
            <ac:spMk id="20" creationId="{EA38E130-98AC-74D3-D61E-6A0753338530}"/>
          </ac:spMkLst>
        </pc:spChg>
        <pc:spChg chg="add mod">
          <ac:chgData name="Andrew Tran" userId="645c8b08-77ea-4e26-a263-55df9c332471" providerId="ADAL" clId="{41229433-1E4D-4403-A426-C7F8A23DA638}" dt="2026-02-09T04:03:33.597" v="4967" actId="1076"/>
          <ac:spMkLst>
            <pc:docMk/>
            <pc:sldMk cId="1386428483" sldId="315"/>
            <ac:spMk id="21" creationId="{815B10FC-36A7-1872-E3F3-5D6119A88F95}"/>
          </ac:spMkLst>
        </pc:spChg>
        <pc:spChg chg="mod">
          <ac:chgData name="Andrew Tran" userId="645c8b08-77ea-4e26-a263-55df9c332471" providerId="ADAL" clId="{41229433-1E4D-4403-A426-C7F8A23DA638}" dt="2026-02-09T03:06:08.935" v="2350" actId="1076"/>
          <ac:spMkLst>
            <pc:docMk/>
            <pc:sldMk cId="1386428483" sldId="315"/>
            <ac:spMk id="744" creationId="{CA60C17A-7FD8-D887-7BCC-FA4DDC0D424E}"/>
          </ac:spMkLst>
        </pc:spChg>
        <pc:graphicFrameChg chg="add mod">
          <ac:chgData name="Andrew Tran" userId="645c8b08-77ea-4e26-a263-55df9c332471" providerId="ADAL" clId="{41229433-1E4D-4403-A426-C7F8A23DA638}" dt="2026-02-08T02:29:02.557" v="1432"/>
          <ac:graphicFrameMkLst>
            <pc:docMk/>
            <pc:sldMk cId="1386428483" sldId="315"/>
            <ac:graphicFrameMk id="7" creationId="{A938B546-967D-F296-92DF-54A0963CCC56}"/>
          </ac:graphicFrameMkLst>
        </pc:graphicFrameChg>
        <pc:graphicFrameChg chg="add mod">
          <ac:chgData name="Andrew Tran" userId="645c8b08-77ea-4e26-a263-55df9c332471" providerId="ADAL" clId="{41229433-1E4D-4403-A426-C7F8A23DA638}" dt="2026-02-08T03:41:01.454" v="2224"/>
          <ac:graphicFrameMkLst>
            <pc:docMk/>
            <pc:sldMk cId="1386428483" sldId="315"/>
            <ac:graphicFrameMk id="9" creationId="{A35D1532-0076-7D4C-145F-B752791A76D8}"/>
          </ac:graphicFrameMkLst>
        </pc:graphicFrameChg>
        <pc:graphicFrameChg chg="add mod modGraphic">
          <ac:chgData name="Andrew Tran" userId="645c8b08-77ea-4e26-a263-55df9c332471" providerId="ADAL" clId="{41229433-1E4D-4403-A426-C7F8A23DA638}" dt="2026-02-09T04:03:31.196" v="4966" actId="1076"/>
          <ac:graphicFrameMkLst>
            <pc:docMk/>
            <pc:sldMk cId="1386428483" sldId="315"/>
            <ac:graphicFrameMk id="13" creationId="{4ED32E19-2514-632E-DF5D-F45F6CC30171}"/>
          </ac:graphicFrameMkLst>
        </pc:graphicFrameChg>
        <pc:picChg chg="add mod">
          <ac:chgData name="Andrew Tran" userId="645c8b08-77ea-4e26-a263-55df9c332471" providerId="ADAL" clId="{41229433-1E4D-4403-A426-C7F8A23DA638}" dt="2026-02-08T02:58:20.157" v="1464" actId="1076"/>
          <ac:picMkLst>
            <pc:docMk/>
            <pc:sldMk cId="1386428483" sldId="315"/>
            <ac:picMk id="11" creationId="{A3D47003-A2C1-8682-43DF-B4A4C31DA124}"/>
          </ac:picMkLst>
        </pc:picChg>
      </pc:sldChg>
      <pc:sldChg chg="del">
        <pc:chgData name="Andrew Tran" userId="645c8b08-77ea-4e26-a263-55df9c332471" providerId="ADAL" clId="{41229433-1E4D-4403-A426-C7F8A23DA638}" dt="2026-02-08T03:10:00.426" v="1843" actId="47"/>
        <pc:sldMkLst>
          <pc:docMk/>
          <pc:sldMk cId="661175139" sldId="316"/>
        </pc:sldMkLst>
      </pc:sldChg>
      <pc:sldChg chg="addSp delSp modSp mod">
        <pc:chgData name="Andrew Tran" userId="645c8b08-77ea-4e26-a263-55df9c332471" providerId="ADAL" clId="{41229433-1E4D-4403-A426-C7F8A23DA638}" dt="2026-02-09T04:02:25.847" v="4963" actId="1076"/>
        <pc:sldMkLst>
          <pc:docMk/>
          <pc:sldMk cId="74843576" sldId="317"/>
        </pc:sldMkLst>
        <pc:spChg chg="del">
          <ac:chgData name="Andrew Tran" userId="645c8b08-77ea-4e26-a263-55df9c332471" providerId="ADAL" clId="{41229433-1E4D-4403-A426-C7F8A23DA638}" dt="2026-02-09T03:39:05.523" v="2651" actId="478"/>
          <ac:spMkLst>
            <pc:docMk/>
            <pc:sldMk cId="74843576" sldId="317"/>
            <ac:spMk id="2" creationId="{2D9CA9D4-D5AA-B7B2-56BE-55A0C6B57E1F}"/>
          </ac:spMkLst>
        </pc:spChg>
        <pc:spChg chg="del">
          <ac:chgData name="Andrew Tran" userId="645c8b08-77ea-4e26-a263-55df9c332471" providerId="ADAL" clId="{41229433-1E4D-4403-A426-C7F8A23DA638}" dt="2026-02-09T03:39:03.603" v="2648" actId="478"/>
          <ac:spMkLst>
            <pc:docMk/>
            <pc:sldMk cId="74843576" sldId="317"/>
            <ac:spMk id="3" creationId="{67AB04C5-0B61-1CF0-4D7A-CD86E17C9F58}"/>
          </ac:spMkLst>
        </pc:spChg>
        <pc:spChg chg="del">
          <ac:chgData name="Andrew Tran" userId="645c8b08-77ea-4e26-a263-55df9c332471" providerId="ADAL" clId="{41229433-1E4D-4403-A426-C7F8A23DA638}" dt="2026-02-09T03:39:09.276" v="2657" actId="478"/>
          <ac:spMkLst>
            <pc:docMk/>
            <pc:sldMk cId="74843576" sldId="317"/>
            <ac:spMk id="4" creationId="{A2522F33-B30F-390A-F6A6-555260AC028C}"/>
          </ac:spMkLst>
        </pc:spChg>
        <pc:spChg chg="del">
          <ac:chgData name="Andrew Tran" userId="645c8b08-77ea-4e26-a263-55df9c332471" providerId="ADAL" clId="{41229433-1E4D-4403-A426-C7F8A23DA638}" dt="2026-02-09T03:39:02.153" v="2646" actId="478"/>
          <ac:spMkLst>
            <pc:docMk/>
            <pc:sldMk cId="74843576" sldId="317"/>
            <ac:spMk id="5" creationId="{339194CD-950F-5DB9-BB43-4AADC0EDDED4}"/>
          </ac:spMkLst>
        </pc:spChg>
        <pc:spChg chg="del">
          <ac:chgData name="Andrew Tran" userId="645c8b08-77ea-4e26-a263-55df9c332471" providerId="ADAL" clId="{41229433-1E4D-4403-A426-C7F8A23DA638}" dt="2026-02-09T03:39:04.778" v="2650" actId="478"/>
          <ac:spMkLst>
            <pc:docMk/>
            <pc:sldMk cId="74843576" sldId="317"/>
            <ac:spMk id="8" creationId="{D1CE5F13-2BF9-E71E-FE60-4144CD357817}"/>
          </ac:spMkLst>
        </pc:spChg>
        <pc:spChg chg="del mod">
          <ac:chgData name="Andrew Tran" userId="645c8b08-77ea-4e26-a263-55df9c332471" providerId="ADAL" clId="{41229433-1E4D-4403-A426-C7F8A23DA638}" dt="2026-02-09T03:39:08.443" v="2656" actId="478"/>
          <ac:spMkLst>
            <pc:docMk/>
            <pc:sldMk cId="74843576" sldId="317"/>
            <ac:spMk id="9" creationId="{BFB56BA1-8C06-3AB9-388B-466E1BBC9852}"/>
          </ac:spMkLst>
        </pc:spChg>
        <pc:spChg chg="del mod">
          <ac:chgData name="Andrew Tran" userId="645c8b08-77ea-4e26-a263-55df9c332471" providerId="ADAL" clId="{41229433-1E4D-4403-A426-C7F8A23DA638}" dt="2026-02-09T03:39:06.920" v="2654" actId="478"/>
          <ac:spMkLst>
            <pc:docMk/>
            <pc:sldMk cId="74843576" sldId="317"/>
            <ac:spMk id="10" creationId="{4FCE4F96-5A5D-D530-81B1-6B61DD5519E4}"/>
          </ac:spMkLst>
        </pc:spChg>
        <pc:spChg chg="add del mod">
          <ac:chgData name="Andrew Tran" userId="645c8b08-77ea-4e26-a263-55df9c332471" providerId="ADAL" clId="{41229433-1E4D-4403-A426-C7F8A23DA638}" dt="2026-02-09T03:39:02.945" v="2647" actId="478"/>
          <ac:spMkLst>
            <pc:docMk/>
            <pc:sldMk cId="74843576" sldId="317"/>
            <ac:spMk id="11" creationId="{0EDD43BA-D32E-7F57-1CAB-907C21076A8D}"/>
          </ac:spMkLst>
        </pc:spChg>
        <pc:spChg chg="add mod">
          <ac:chgData name="Andrew Tran" userId="645c8b08-77ea-4e26-a263-55df9c332471" providerId="ADAL" clId="{41229433-1E4D-4403-A426-C7F8A23DA638}" dt="2026-02-09T04:02:25.847" v="4963" actId="1076"/>
          <ac:spMkLst>
            <pc:docMk/>
            <pc:sldMk cId="74843576" sldId="317"/>
            <ac:spMk id="12" creationId="{CCB8B9A6-47E2-5042-18BB-173B50EFD1A6}"/>
          </ac:spMkLst>
        </pc:spChg>
        <pc:spChg chg="add del">
          <ac:chgData name="Andrew Tran" userId="645c8b08-77ea-4e26-a263-55df9c332471" providerId="ADAL" clId="{41229433-1E4D-4403-A426-C7F8A23DA638}" dt="2026-02-09T03:47:22.932" v="3786" actId="22"/>
          <ac:spMkLst>
            <pc:docMk/>
            <pc:sldMk cId="74843576" sldId="317"/>
            <ac:spMk id="14" creationId="{CE3EB1BE-3FC0-B18F-323D-89C6A6D4D54E}"/>
          </ac:spMkLst>
        </pc:spChg>
        <pc:spChg chg="mod">
          <ac:chgData name="Andrew Tran" userId="645c8b08-77ea-4e26-a263-55df9c332471" providerId="ADAL" clId="{41229433-1E4D-4403-A426-C7F8A23DA638}" dt="2026-02-09T03:46:58.282" v="3783" actId="1076"/>
          <ac:spMkLst>
            <pc:docMk/>
            <pc:sldMk cId="74843576" sldId="317"/>
            <ac:spMk id="744" creationId="{ECDD7CA6-FE6B-05BA-C982-F5909AA26027}"/>
          </ac:spMkLst>
        </pc:spChg>
        <pc:picChg chg="del">
          <ac:chgData name="Andrew Tran" userId="645c8b08-77ea-4e26-a263-55df9c332471" providerId="ADAL" clId="{41229433-1E4D-4403-A426-C7F8A23DA638}" dt="2026-02-09T03:39:04.066" v="2649" actId="478"/>
          <ac:picMkLst>
            <pc:docMk/>
            <pc:sldMk cId="74843576" sldId="317"/>
            <ac:picMk id="7" creationId="{337ED95D-7F8A-6B53-441B-9FA07AD0E9F1}"/>
          </ac:picMkLst>
        </pc:picChg>
      </pc:sldChg>
      <pc:sldChg chg="del">
        <pc:chgData name="Andrew Tran" userId="645c8b08-77ea-4e26-a263-55df9c332471" providerId="ADAL" clId="{41229433-1E4D-4403-A426-C7F8A23DA638}" dt="2026-02-09T03:59:54.684" v="4941" actId="47"/>
        <pc:sldMkLst>
          <pc:docMk/>
          <pc:sldMk cId="2570278149" sldId="318"/>
        </pc:sldMkLst>
      </pc:sldChg>
      <pc:sldChg chg="del">
        <pc:chgData name="Andrew Tran" userId="645c8b08-77ea-4e26-a263-55df9c332471" providerId="ADAL" clId="{41229433-1E4D-4403-A426-C7F8A23DA638}" dt="2026-02-09T03:59:54.684" v="4941" actId="47"/>
        <pc:sldMkLst>
          <pc:docMk/>
          <pc:sldMk cId="1693151467" sldId="319"/>
        </pc:sldMkLst>
      </pc:sldChg>
      <pc:sldChg chg="del">
        <pc:chgData name="Andrew Tran" userId="645c8b08-77ea-4e26-a263-55df9c332471" providerId="ADAL" clId="{41229433-1E4D-4403-A426-C7F8A23DA638}" dt="2026-02-09T03:59:54.684" v="4941" actId="47"/>
        <pc:sldMkLst>
          <pc:docMk/>
          <pc:sldMk cId="999436313" sldId="320"/>
        </pc:sldMkLst>
      </pc:sldChg>
      <pc:sldChg chg="del">
        <pc:chgData name="Andrew Tran" userId="645c8b08-77ea-4e26-a263-55df9c332471" providerId="ADAL" clId="{41229433-1E4D-4403-A426-C7F8A23DA638}" dt="2026-02-09T03:59:54.684" v="4941" actId="47"/>
        <pc:sldMkLst>
          <pc:docMk/>
          <pc:sldMk cId="2447226299" sldId="321"/>
        </pc:sldMkLst>
      </pc:sldChg>
      <pc:sldChg chg="del">
        <pc:chgData name="Andrew Tran" userId="645c8b08-77ea-4e26-a263-55df9c332471" providerId="ADAL" clId="{41229433-1E4D-4403-A426-C7F8A23DA638}" dt="2026-02-09T03:59:54.684" v="4941" actId="47"/>
        <pc:sldMkLst>
          <pc:docMk/>
          <pc:sldMk cId="1660008148" sldId="322"/>
        </pc:sldMkLst>
      </pc:sldChg>
      <pc:sldChg chg="del">
        <pc:chgData name="Andrew Tran" userId="645c8b08-77ea-4e26-a263-55df9c332471" providerId="ADAL" clId="{41229433-1E4D-4403-A426-C7F8A23DA638}" dt="2026-02-09T03:59:54.684" v="4941" actId="47"/>
        <pc:sldMkLst>
          <pc:docMk/>
          <pc:sldMk cId="3765247994" sldId="323"/>
        </pc:sldMkLst>
      </pc:sldChg>
      <pc:sldChg chg="del">
        <pc:chgData name="Andrew Tran" userId="645c8b08-77ea-4e26-a263-55df9c332471" providerId="ADAL" clId="{41229433-1E4D-4403-A426-C7F8A23DA638}" dt="2026-02-09T03:59:54.684" v="4941" actId="47"/>
        <pc:sldMkLst>
          <pc:docMk/>
          <pc:sldMk cId="1561123668" sldId="324"/>
        </pc:sldMkLst>
      </pc:sldChg>
      <pc:sldChg chg="addSp delSp modSp add mod ord">
        <pc:chgData name="Andrew Tran" userId="645c8b08-77ea-4e26-a263-55df9c332471" providerId="ADAL" clId="{41229433-1E4D-4403-A426-C7F8A23DA638}" dt="2026-02-09T03:05:56.016" v="2348" actId="255"/>
        <pc:sldMkLst>
          <pc:docMk/>
          <pc:sldMk cId="2545985320" sldId="325"/>
        </pc:sldMkLst>
        <pc:spChg chg="del mod">
          <ac:chgData name="Andrew Tran" userId="645c8b08-77ea-4e26-a263-55df9c332471" providerId="ADAL" clId="{41229433-1E4D-4403-A426-C7F8A23DA638}" dt="2026-02-08T01:48:41.600" v="301" actId="478"/>
          <ac:spMkLst>
            <pc:docMk/>
            <pc:sldMk cId="2545985320" sldId="325"/>
            <ac:spMk id="5" creationId="{2C23C400-35E3-02E1-046E-D6EDB0165E4F}"/>
          </ac:spMkLst>
        </pc:spChg>
        <pc:spChg chg="add del mod">
          <ac:chgData name="Andrew Tran" userId="645c8b08-77ea-4e26-a263-55df9c332471" providerId="ADAL" clId="{41229433-1E4D-4403-A426-C7F8A23DA638}" dt="2026-02-08T01:48:45.616" v="303" actId="478"/>
          <ac:spMkLst>
            <pc:docMk/>
            <pc:sldMk cId="2545985320" sldId="325"/>
            <ac:spMk id="7" creationId="{8CF487B7-6D18-EA01-5C14-A2C23859BAC3}"/>
          </ac:spMkLst>
        </pc:spChg>
        <pc:spChg chg="add mod">
          <ac:chgData name="Andrew Tran" userId="645c8b08-77ea-4e26-a263-55df9c332471" providerId="ADAL" clId="{41229433-1E4D-4403-A426-C7F8A23DA638}" dt="2026-02-08T01:56:26.944" v="1328" actId="1076"/>
          <ac:spMkLst>
            <pc:docMk/>
            <pc:sldMk cId="2545985320" sldId="325"/>
            <ac:spMk id="9" creationId="{6FA0BDD8-B5EF-1540-4D54-42688DED3D36}"/>
          </ac:spMkLst>
        </pc:spChg>
        <pc:spChg chg="del mod">
          <ac:chgData name="Andrew Tran" userId="645c8b08-77ea-4e26-a263-55df9c332471" providerId="ADAL" clId="{41229433-1E4D-4403-A426-C7F8A23DA638}" dt="2026-02-08T01:48:43.381" v="302" actId="478"/>
          <ac:spMkLst>
            <pc:docMk/>
            <pc:sldMk cId="2545985320" sldId="325"/>
            <ac:spMk id="14" creationId="{9AF00E4E-DA14-EB9C-37D9-F1672417222C}"/>
          </ac:spMkLst>
        </pc:spChg>
        <pc:spChg chg="mod">
          <ac:chgData name="Andrew Tran" userId="645c8b08-77ea-4e26-a263-55df9c332471" providerId="ADAL" clId="{41229433-1E4D-4403-A426-C7F8A23DA638}" dt="2026-02-09T03:05:56.016" v="2348" actId="255"/>
          <ac:spMkLst>
            <pc:docMk/>
            <pc:sldMk cId="2545985320" sldId="325"/>
            <ac:spMk id="744" creationId="{306CA46F-46AE-F7CF-D3BD-083CCCDE0A67}"/>
          </ac:spMkLst>
        </pc:spChg>
        <pc:graphicFrameChg chg="add mod modGraphic">
          <ac:chgData name="Andrew Tran" userId="645c8b08-77ea-4e26-a263-55df9c332471" providerId="ADAL" clId="{41229433-1E4D-4403-A426-C7F8A23DA638}" dt="2026-02-08T01:54:54.773" v="1213" actId="1076"/>
          <ac:graphicFrameMkLst>
            <pc:docMk/>
            <pc:sldMk cId="2545985320" sldId="325"/>
            <ac:graphicFrameMk id="8" creationId="{8236E5D8-7AA8-EE2E-07B2-A382E245F5D5}"/>
          </ac:graphicFrameMkLst>
        </pc:graphicFrameChg>
        <pc:picChg chg="del mod">
          <ac:chgData name="Andrew Tran" userId="645c8b08-77ea-4e26-a263-55df9c332471" providerId="ADAL" clId="{41229433-1E4D-4403-A426-C7F8A23DA638}" dt="2026-02-08T01:47:46.611" v="251" actId="478"/>
          <ac:picMkLst>
            <pc:docMk/>
            <pc:sldMk cId="2545985320" sldId="325"/>
            <ac:picMk id="3" creationId="{7BB42BCD-89F9-0C82-08A2-FCBF4C1B8A81}"/>
          </ac:picMkLst>
        </pc:picChg>
        <pc:picChg chg="add del mod">
          <ac:chgData name="Andrew Tran" userId="645c8b08-77ea-4e26-a263-55df9c332471" providerId="ADAL" clId="{41229433-1E4D-4403-A426-C7F8A23DA638}" dt="2026-02-08T01:48:41.600" v="301" actId="478"/>
          <ac:picMkLst>
            <pc:docMk/>
            <pc:sldMk cId="2545985320" sldId="325"/>
            <ac:picMk id="4" creationId="{8EB96F70-488C-2C3F-EBC5-F9E82D1D2513}"/>
          </ac:picMkLst>
        </pc:picChg>
      </pc:sldChg>
      <pc:sldChg chg="modSp add mod ord">
        <pc:chgData name="Andrew Tran" userId="645c8b08-77ea-4e26-a263-55df9c332471" providerId="ADAL" clId="{41229433-1E4D-4403-A426-C7F8A23DA638}" dt="2026-02-09T04:03:48.642" v="4969" actId="1076"/>
        <pc:sldMkLst>
          <pc:docMk/>
          <pc:sldMk cId="631921811" sldId="326"/>
        </pc:sldMkLst>
        <pc:spChg chg="mod">
          <ac:chgData name="Andrew Tran" userId="645c8b08-77ea-4e26-a263-55df9c332471" providerId="ADAL" clId="{41229433-1E4D-4403-A426-C7F8A23DA638}" dt="2026-02-09T04:01:03.235" v="4960" actId="20577"/>
          <ac:spMkLst>
            <pc:docMk/>
            <pc:sldMk cId="631921811" sldId="326"/>
            <ac:spMk id="5" creationId="{BE88EC55-7D67-AFAD-E3EB-8C0226DECA60}"/>
          </ac:spMkLst>
        </pc:spChg>
        <pc:spChg chg="mod">
          <ac:chgData name="Andrew Tran" userId="645c8b08-77ea-4e26-a263-55df9c332471" providerId="ADAL" clId="{41229433-1E4D-4403-A426-C7F8A23DA638}" dt="2026-02-09T04:03:48.642" v="4969" actId="1076"/>
          <ac:spMkLst>
            <pc:docMk/>
            <pc:sldMk cId="631921811" sldId="326"/>
            <ac:spMk id="14" creationId="{8B20AAB7-7C9C-6D2B-69C1-A73B4F8DB50E}"/>
          </ac:spMkLst>
        </pc:spChg>
        <pc:spChg chg="mod">
          <ac:chgData name="Andrew Tran" userId="645c8b08-77ea-4e26-a263-55df9c332471" providerId="ADAL" clId="{41229433-1E4D-4403-A426-C7F8A23DA638}" dt="2026-02-09T03:05:35.935" v="2343" actId="255"/>
          <ac:spMkLst>
            <pc:docMk/>
            <pc:sldMk cId="631921811" sldId="326"/>
            <ac:spMk id="744" creationId="{BE53465C-5D5B-7F90-EE93-02CD4A156009}"/>
          </ac:spMkLst>
        </pc:spChg>
        <pc:picChg chg="mod">
          <ac:chgData name="Andrew Tran" userId="645c8b08-77ea-4e26-a263-55df9c332471" providerId="ADAL" clId="{41229433-1E4D-4403-A426-C7F8A23DA638}" dt="2026-02-09T04:03:40.837" v="4968" actId="1076"/>
          <ac:picMkLst>
            <pc:docMk/>
            <pc:sldMk cId="631921811" sldId="326"/>
            <ac:picMk id="4" creationId="{EC2D74A5-DF47-E2B0-35A1-2E674722D982}"/>
          </ac:picMkLst>
        </pc:picChg>
      </pc:sldChg>
      <pc:sldChg chg="add del">
        <pc:chgData name="Andrew Tran" userId="645c8b08-77ea-4e26-a263-55df9c332471" providerId="ADAL" clId="{41229433-1E4D-4403-A426-C7F8A23DA638}" dt="2026-02-08T01:55:06.415" v="1217"/>
        <pc:sldMkLst>
          <pc:docMk/>
          <pc:sldMk cId="2274090034" sldId="327"/>
        </pc:sldMkLst>
      </pc:sldChg>
      <pc:sldChg chg="modSp add mod">
        <pc:chgData name="Andrew Tran" userId="645c8b08-77ea-4e26-a263-55df9c332471" providerId="ADAL" clId="{41229433-1E4D-4403-A426-C7F8A23DA638}" dt="2026-02-08T01:57:39.861" v="1353" actId="20577"/>
        <pc:sldMkLst>
          <pc:docMk/>
          <pc:sldMk cId="2939980350" sldId="327"/>
        </pc:sldMkLst>
        <pc:spChg chg="mod">
          <ac:chgData name="Andrew Tran" userId="645c8b08-77ea-4e26-a263-55df9c332471" providerId="ADAL" clId="{41229433-1E4D-4403-A426-C7F8A23DA638}" dt="2026-02-08T01:57:39.861" v="1353" actId="20577"/>
          <ac:spMkLst>
            <pc:docMk/>
            <pc:sldMk cId="2939980350" sldId="327"/>
            <ac:spMk id="510" creationId="{50180703-EDFD-418D-3891-5187E056A7F0}"/>
          </ac:spMkLst>
        </pc:spChg>
      </pc:sldChg>
      <pc:sldChg chg="addSp delSp modSp add mod">
        <pc:chgData name="Andrew Tran" userId="645c8b08-77ea-4e26-a263-55df9c332471" providerId="ADAL" clId="{41229433-1E4D-4403-A426-C7F8A23DA638}" dt="2026-02-09T03:03:48.967" v="2338" actId="1076"/>
        <pc:sldMkLst>
          <pc:docMk/>
          <pc:sldMk cId="799796372" sldId="328"/>
        </pc:sldMkLst>
        <pc:spChg chg="add mod">
          <ac:chgData name="Andrew Tran" userId="645c8b08-77ea-4e26-a263-55df9c332471" providerId="ADAL" clId="{41229433-1E4D-4403-A426-C7F8A23DA638}" dt="2026-02-08T04:36:39.877" v="2287" actId="1076"/>
          <ac:spMkLst>
            <pc:docMk/>
            <pc:sldMk cId="799796372" sldId="328"/>
            <ac:spMk id="6" creationId="{B0031F23-59F4-41CF-0021-0DFE1C260DD7}"/>
          </ac:spMkLst>
        </pc:spChg>
        <pc:spChg chg="mod">
          <ac:chgData name="Andrew Tran" userId="645c8b08-77ea-4e26-a263-55df9c332471" providerId="ADAL" clId="{41229433-1E4D-4403-A426-C7F8A23DA638}" dt="2026-02-09T02:58:58.372" v="2337" actId="1076"/>
          <ac:spMkLst>
            <pc:docMk/>
            <pc:sldMk cId="799796372" sldId="328"/>
            <ac:spMk id="12" creationId="{803DAF8B-0506-163C-CCD7-0458A3E91EA4}"/>
          </ac:spMkLst>
        </pc:spChg>
        <pc:spChg chg="mod">
          <ac:chgData name="Andrew Tran" userId="645c8b08-77ea-4e26-a263-55df9c332471" providerId="ADAL" clId="{41229433-1E4D-4403-A426-C7F8A23DA638}" dt="2026-02-09T03:03:48.967" v="2338" actId="1076"/>
          <ac:spMkLst>
            <pc:docMk/>
            <pc:sldMk cId="799796372" sldId="328"/>
            <ac:spMk id="744" creationId="{3743DCFA-50A6-BE61-912A-DF9686EA8D97}"/>
          </ac:spMkLst>
        </pc:spChg>
        <pc:graphicFrameChg chg="add del mod">
          <ac:chgData name="Andrew Tran" userId="645c8b08-77ea-4e26-a263-55df9c332471" providerId="ADAL" clId="{41229433-1E4D-4403-A426-C7F8A23DA638}" dt="2026-02-08T03:41:20.070" v="2227" actId="478"/>
          <ac:graphicFrameMkLst>
            <pc:docMk/>
            <pc:sldMk cId="799796372" sldId="328"/>
            <ac:graphicFrameMk id="2" creationId="{CF9BEB80-66A0-7049-C03B-29ABB9FD1CC9}"/>
          </ac:graphicFrameMkLst>
        </pc:graphicFrameChg>
        <pc:graphicFrameChg chg="add mod">
          <ac:chgData name="Andrew Tran" userId="645c8b08-77ea-4e26-a263-55df9c332471" providerId="ADAL" clId="{41229433-1E4D-4403-A426-C7F8A23DA638}" dt="2026-02-08T03:36:55.269" v="2211"/>
          <ac:graphicFrameMkLst>
            <pc:docMk/>
            <pc:sldMk cId="799796372" sldId="328"/>
            <ac:graphicFrameMk id="7" creationId="{066BEE38-BB2D-1C36-B62B-AABCE1B4BB66}"/>
          </ac:graphicFrameMkLst>
        </pc:graphicFrameChg>
        <pc:graphicFrameChg chg="add del mod">
          <ac:chgData name="Andrew Tran" userId="645c8b08-77ea-4e26-a263-55df9c332471" providerId="ADAL" clId="{41229433-1E4D-4403-A426-C7F8A23DA638}" dt="2026-02-08T03:40:39.742" v="2221" actId="478"/>
          <ac:graphicFrameMkLst>
            <pc:docMk/>
            <pc:sldMk cId="799796372" sldId="328"/>
            <ac:graphicFrameMk id="8" creationId="{C9547590-B7A8-32CE-DC90-7CE90A8CF85F}"/>
          </ac:graphicFrameMkLst>
        </pc:graphicFrameChg>
        <pc:graphicFrameChg chg="add del mod">
          <ac:chgData name="Andrew Tran" userId="645c8b08-77ea-4e26-a263-55df9c332471" providerId="ADAL" clId="{41229433-1E4D-4403-A426-C7F8A23DA638}" dt="2026-02-08T03:36:01.870" v="2210" actId="478"/>
          <ac:graphicFrameMkLst>
            <pc:docMk/>
            <pc:sldMk cId="799796372" sldId="328"/>
            <ac:graphicFrameMk id="9" creationId="{83CC8E6A-D4E2-D948-5AD5-CD9E4F1FF542}"/>
          </ac:graphicFrameMkLst>
        </pc:graphicFrameChg>
        <pc:graphicFrameChg chg="del">
          <ac:chgData name="Andrew Tran" userId="645c8b08-77ea-4e26-a263-55df9c332471" providerId="ADAL" clId="{41229433-1E4D-4403-A426-C7F8A23DA638}" dt="2026-02-08T03:15:28.753" v="1947" actId="478"/>
          <ac:graphicFrameMkLst>
            <pc:docMk/>
            <pc:sldMk cId="799796372" sldId="328"/>
            <ac:graphicFrameMk id="13" creationId="{8A58EB0E-BF11-EE80-F8D8-46E118C1B35A}"/>
          </ac:graphicFrameMkLst>
        </pc:graphicFrameChg>
        <pc:picChg chg="add mod">
          <ac:chgData name="Andrew Tran" userId="645c8b08-77ea-4e26-a263-55df9c332471" providerId="ADAL" clId="{41229433-1E4D-4403-A426-C7F8A23DA638}" dt="2026-02-09T02:58:56.831" v="2336" actId="1076"/>
          <ac:picMkLst>
            <pc:docMk/>
            <pc:sldMk cId="799796372" sldId="328"/>
            <ac:picMk id="3" creationId="{F161BFB9-02B1-C8C3-F684-35391976136E}"/>
          </ac:picMkLst>
        </pc:picChg>
        <pc:picChg chg="add del">
          <ac:chgData name="Andrew Tran" userId="645c8b08-77ea-4e26-a263-55df9c332471" providerId="ADAL" clId="{41229433-1E4D-4403-A426-C7F8A23DA638}" dt="2026-02-08T03:58:23.736" v="2272" actId="22"/>
          <ac:picMkLst>
            <pc:docMk/>
            <pc:sldMk cId="799796372" sldId="328"/>
            <ac:picMk id="4" creationId="{48E9D24C-32D1-54A1-CA09-686DD410033D}"/>
          </ac:picMkLst>
        </pc:picChg>
        <pc:picChg chg="add del mod">
          <ac:chgData name="Andrew Tran" userId="645c8b08-77ea-4e26-a263-55df9c332471" providerId="ADAL" clId="{41229433-1E4D-4403-A426-C7F8A23DA638}" dt="2026-02-08T03:58:24.129" v="2273" actId="478"/>
          <ac:picMkLst>
            <pc:docMk/>
            <pc:sldMk cId="799796372" sldId="328"/>
            <ac:picMk id="5" creationId="{23C5124B-8EF8-2F7F-6734-ACDEA4C75AB6}"/>
          </ac:picMkLst>
        </pc:picChg>
        <pc:picChg chg="add mod">
          <ac:chgData name="Andrew Tran" userId="645c8b08-77ea-4e26-a263-55df9c332471" providerId="ADAL" clId="{41229433-1E4D-4403-A426-C7F8A23DA638}" dt="2026-02-08T03:41:49.058" v="2235" actId="1076"/>
          <ac:picMkLst>
            <pc:docMk/>
            <pc:sldMk cId="799796372" sldId="328"/>
            <ac:picMk id="7" creationId="{C51C5D3A-2852-C91B-46E0-CCA17C739646}"/>
          </ac:picMkLst>
        </pc:picChg>
        <pc:picChg chg="add mod">
          <ac:chgData name="Andrew Tran" userId="645c8b08-77ea-4e26-a263-55df9c332471" providerId="ADAL" clId="{41229433-1E4D-4403-A426-C7F8A23DA638}" dt="2026-02-08T03:58:32.302" v="2278" actId="1076"/>
          <ac:picMkLst>
            <pc:docMk/>
            <pc:sldMk cId="799796372" sldId="328"/>
            <ac:picMk id="9" creationId="{6EEE6048-0A34-794D-20C0-53A9F17B46D6}"/>
          </ac:picMkLst>
        </pc:picChg>
        <pc:picChg chg="del mod">
          <ac:chgData name="Andrew Tran" userId="645c8b08-77ea-4e26-a263-55df9c332471" providerId="ADAL" clId="{41229433-1E4D-4403-A426-C7F8A23DA638}" dt="2026-02-08T03:14:37.636" v="1888" actId="478"/>
          <ac:picMkLst>
            <pc:docMk/>
            <pc:sldMk cId="799796372" sldId="328"/>
            <ac:picMk id="11" creationId="{5B344D5E-7200-81DC-5DDF-7615F4C556A4}"/>
          </ac:picMkLst>
        </pc:picChg>
      </pc:sldChg>
      <pc:sldChg chg="addSp delSp modSp add mod">
        <pc:chgData name="Andrew Tran" userId="645c8b08-77ea-4e26-a263-55df9c332471" providerId="ADAL" clId="{41229433-1E4D-4403-A426-C7F8A23DA638}" dt="2026-02-09T03:06:36.919" v="2353" actId="1076"/>
        <pc:sldMkLst>
          <pc:docMk/>
          <pc:sldMk cId="3845458233" sldId="329"/>
        </pc:sldMkLst>
        <pc:spChg chg="add mod">
          <ac:chgData name="Andrew Tran" userId="645c8b08-77ea-4e26-a263-55df9c332471" providerId="ADAL" clId="{41229433-1E4D-4403-A426-C7F8A23DA638}" dt="2026-02-09T03:06:36.919" v="2353" actId="1076"/>
          <ac:spMkLst>
            <pc:docMk/>
            <pc:sldMk cId="3845458233" sldId="329"/>
            <ac:spMk id="4" creationId="{F1BF9914-D730-FF41-79D9-2F03AEA4C7B7}"/>
          </ac:spMkLst>
        </pc:spChg>
        <pc:spChg chg="del">
          <ac:chgData name="Andrew Tran" userId="645c8b08-77ea-4e26-a263-55df9c332471" providerId="ADAL" clId="{41229433-1E4D-4403-A426-C7F8A23DA638}" dt="2026-02-08T03:47:00.278" v="2270" actId="478"/>
          <ac:spMkLst>
            <pc:docMk/>
            <pc:sldMk cId="3845458233" sldId="329"/>
            <ac:spMk id="6" creationId="{FB8E282C-4A96-DC17-1654-58DE9FEC752A}"/>
          </ac:spMkLst>
        </pc:spChg>
        <pc:spChg chg="del">
          <ac:chgData name="Andrew Tran" userId="645c8b08-77ea-4e26-a263-55df9c332471" providerId="ADAL" clId="{41229433-1E4D-4403-A426-C7F8A23DA638}" dt="2026-02-08T03:47:00.278" v="2270" actId="478"/>
          <ac:spMkLst>
            <pc:docMk/>
            <pc:sldMk cId="3845458233" sldId="329"/>
            <ac:spMk id="12" creationId="{D8EA2F4E-9FA7-5EBB-6DFE-A80E748F3E6C}"/>
          </ac:spMkLst>
        </pc:spChg>
        <pc:spChg chg="mod">
          <ac:chgData name="Andrew Tran" userId="645c8b08-77ea-4e26-a263-55df9c332471" providerId="ADAL" clId="{41229433-1E4D-4403-A426-C7F8A23DA638}" dt="2026-02-09T03:03:56.382" v="2339" actId="1076"/>
          <ac:spMkLst>
            <pc:docMk/>
            <pc:sldMk cId="3845458233" sldId="329"/>
            <ac:spMk id="744" creationId="{081A8E8E-2A26-D29B-BC58-D2E47FD737B6}"/>
          </ac:spMkLst>
        </pc:spChg>
        <pc:picChg chg="del">
          <ac:chgData name="Andrew Tran" userId="645c8b08-77ea-4e26-a263-55df9c332471" providerId="ADAL" clId="{41229433-1E4D-4403-A426-C7F8A23DA638}" dt="2026-02-08T03:47:00.278" v="2270" actId="478"/>
          <ac:picMkLst>
            <pc:docMk/>
            <pc:sldMk cId="3845458233" sldId="329"/>
            <ac:picMk id="3" creationId="{10FC8578-C3FA-B98A-AB4C-6F6DBA3BB371}"/>
          </ac:picMkLst>
        </pc:picChg>
        <pc:picChg chg="add del mod">
          <ac:chgData name="Andrew Tran" userId="645c8b08-77ea-4e26-a263-55df9c332471" providerId="ADAL" clId="{41229433-1E4D-4403-A426-C7F8A23DA638}" dt="2026-02-09T02:44:04.276" v="2325" actId="478"/>
          <ac:picMkLst>
            <pc:docMk/>
            <pc:sldMk cId="3845458233" sldId="329"/>
            <ac:picMk id="3" creationId="{2F5C8A35-C2AD-A400-43FB-5673869D4A4B}"/>
          </ac:picMkLst>
        </pc:picChg>
        <pc:picChg chg="del">
          <ac:chgData name="Andrew Tran" userId="645c8b08-77ea-4e26-a263-55df9c332471" providerId="ADAL" clId="{41229433-1E4D-4403-A426-C7F8A23DA638}" dt="2026-02-08T03:47:00.278" v="2270" actId="478"/>
          <ac:picMkLst>
            <pc:docMk/>
            <pc:sldMk cId="3845458233" sldId="329"/>
            <ac:picMk id="5" creationId="{E225D41D-B02F-AE4B-150D-E43BB261FC66}"/>
          </ac:picMkLst>
        </pc:picChg>
        <pc:picChg chg="add mod">
          <ac:chgData name="Andrew Tran" userId="645c8b08-77ea-4e26-a263-55df9c332471" providerId="ADAL" clId="{41229433-1E4D-4403-A426-C7F8A23DA638}" dt="2026-02-09T03:06:32.500" v="2352" actId="1076"/>
          <ac:picMkLst>
            <pc:docMk/>
            <pc:sldMk cId="3845458233" sldId="329"/>
            <ac:picMk id="6" creationId="{88DD99D4-5C62-8C8F-BF3C-862169DC0C72}"/>
          </ac:picMkLst>
        </pc:picChg>
        <pc:picChg chg="del">
          <ac:chgData name="Andrew Tran" userId="645c8b08-77ea-4e26-a263-55df9c332471" providerId="ADAL" clId="{41229433-1E4D-4403-A426-C7F8A23DA638}" dt="2026-02-08T03:45:43.549" v="2267" actId="478"/>
          <ac:picMkLst>
            <pc:docMk/>
            <pc:sldMk cId="3845458233" sldId="329"/>
            <ac:picMk id="7" creationId="{18DD61B9-96CD-44F3-AD7B-B47661A91B97}"/>
          </ac:picMkLst>
        </pc:picChg>
        <pc:picChg chg="add mod modCrop">
          <ac:chgData name="Andrew Tran" userId="645c8b08-77ea-4e26-a263-55df9c332471" providerId="ADAL" clId="{41229433-1E4D-4403-A426-C7F8A23DA638}" dt="2026-02-09T03:06:25.483" v="2351" actId="732"/>
          <ac:picMkLst>
            <pc:docMk/>
            <pc:sldMk cId="3845458233" sldId="329"/>
            <ac:picMk id="8" creationId="{06057F8D-B709-0DE4-70C2-17F889F85B80}"/>
          </ac:picMkLst>
        </pc:picChg>
      </pc:sldChg>
      <pc:sldChg chg="modSp add mod">
        <pc:chgData name="Andrew Tran" userId="645c8b08-77ea-4e26-a263-55df9c332471" providerId="ADAL" clId="{41229433-1E4D-4403-A426-C7F8A23DA638}" dt="2026-02-09T03:06:56.281" v="2371" actId="20577"/>
        <pc:sldMkLst>
          <pc:docMk/>
          <pc:sldMk cId="939304127" sldId="330"/>
        </pc:sldMkLst>
        <pc:spChg chg="mod">
          <ac:chgData name="Andrew Tran" userId="645c8b08-77ea-4e26-a263-55df9c332471" providerId="ADAL" clId="{41229433-1E4D-4403-A426-C7F8A23DA638}" dt="2026-02-09T03:06:56.281" v="2371" actId="20577"/>
          <ac:spMkLst>
            <pc:docMk/>
            <pc:sldMk cId="939304127" sldId="330"/>
            <ac:spMk id="510" creationId="{AC220778-940B-C287-41CE-58FD9605966B}"/>
          </ac:spMkLst>
        </pc:spChg>
      </pc:sldChg>
      <pc:sldChg chg="addSp delSp modSp add mod">
        <pc:chgData name="Andrew Tran" userId="645c8b08-77ea-4e26-a263-55df9c332471" providerId="ADAL" clId="{41229433-1E4D-4403-A426-C7F8A23DA638}" dt="2026-02-09T03:21:24.921" v="2534" actId="1076"/>
        <pc:sldMkLst>
          <pc:docMk/>
          <pc:sldMk cId="2181277153" sldId="331"/>
        </pc:sldMkLst>
        <pc:spChg chg="add mod">
          <ac:chgData name="Andrew Tran" userId="645c8b08-77ea-4e26-a263-55df9c332471" providerId="ADAL" clId="{41229433-1E4D-4403-A426-C7F8A23DA638}" dt="2026-02-09T03:21:24.921" v="2534" actId="1076"/>
          <ac:spMkLst>
            <pc:docMk/>
            <pc:sldMk cId="2181277153" sldId="331"/>
            <ac:spMk id="4" creationId="{B0528C0A-04EB-160C-1D59-9A2CE806FFFC}"/>
          </ac:spMkLst>
        </pc:spChg>
        <pc:spChg chg="del">
          <ac:chgData name="Andrew Tran" userId="645c8b08-77ea-4e26-a263-55df9c332471" providerId="ADAL" clId="{41229433-1E4D-4403-A426-C7F8A23DA638}" dt="2026-02-09T03:07:30.869" v="2416" actId="478"/>
          <ac:spMkLst>
            <pc:docMk/>
            <pc:sldMk cId="2181277153" sldId="331"/>
            <ac:spMk id="12" creationId="{5DFE9088-598E-7DCF-8B95-8F57CFE47F27}"/>
          </ac:spMkLst>
        </pc:spChg>
        <pc:spChg chg="del">
          <ac:chgData name="Andrew Tran" userId="645c8b08-77ea-4e26-a263-55df9c332471" providerId="ADAL" clId="{41229433-1E4D-4403-A426-C7F8A23DA638}" dt="2026-02-09T03:07:30.869" v="2416" actId="478"/>
          <ac:spMkLst>
            <pc:docMk/>
            <pc:sldMk cId="2181277153" sldId="331"/>
            <ac:spMk id="21" creationId="{0AE3C13A-355A-460B-7A6A-887144FD860C}"/>
          </ac:spMkLst>
        </pc:spChg>
        <pc:spChg chg="mod">
          <ac:chgData name="Andrew Tran" userId="645c8b08-77ea-4e26-a263-55df9c332471" providerId="ADAL" clId="{41229433-1E4D-4403-A426-C7F8A23DA638}" dt="2026-02-09T03:07:26.171" v="2413" actId="20577"/>
          <ac:spMkLst>
            <pc:docMk/>
            <pc:sldMk cId="2181277153" sldId="331"/>
            <ac:spMk id="744" creationId="{239AF68D-39C7-E4E2-7B79-9308BE13177A}"/>
          </ac:spMkLst>
        </pc:spChg>
        <pc:graphicFrameChg chg="del">
          <ac:chgData name="Andrew Tran" userId="645c8b08-77ea-4e26-a263-55df9c332471" providerId="ADAL" clId="{41229433-1E4D-4403-A426-C7F8A23DA638}" dt="2026-02-09T03:07:27.903" v="2414" actId="478"/>
          <ac:graphicFrameMkLst>
            <pc:docMk/>
            <pc:sldMk cId="2181277153" sldId="331"/>
            <ac:graphicFrameMk id="9" creationId="{1DFDA6CD-CB7E-8547-C736-93CB9FD7F356}"/>
          </ac:graphicFrameMkLst>
        </pc:graphicFrameChg>
        <pc:graphicFrameChg chg="del">
          <ac:chgData name="Andrew Tran" userId="645c8b08-77ea-4e26-a263-55df9c332471" providerId="ADAL" clId="{41229433-1E4D-4403-A426-C7F8A23DA638}" dt="2026-02-09T03:07:32.129" v="2417" actId="478"/>
          <ac:graphicFrameMkLst>
            <pc:docMk/>
            <pc:sldMk cId="2181277153" sldId="331"/>
            <ac:graphicFrameMk id="13" creationId="{014390B7-FDF9-51E9-704C-9BADB2DCE6DA}"/>
          </ac:graphicFrameMkLst>
        </pc:graphicFrameChg>
        <pc:picChg chg="add mod">
          <ac:chgData name="Andrew Tran" userId="645c8b08-77ea-4e26-a263-55df9c332471" providerId="ADAL" clId="{41229433-1E4D-4403-A426-C7F8A23DA638}" dt="2026-02-09T03:20:47.136" v="2422" actId="1076"/>
          <ac:picMkLst>
            <pc:docMk/>
            <pc:sldMk cId="2181277153" sldId="331"/>
            <ac:picMk id="3" creationId="{F487B109-FE2B-3486-812F-9588219F03A1}"/>
          </ac:picMkLst>
        </pc:picChg>
        <pc:picChg chg="del">
          <ac:chgData name="Andrew Tran" userId="645c8b08-77ea-4e26-a263-55df9c332471" providerId="ADAL" clId="{41229433-1E4D-4403-A426-C7F8A23DA638}" dt="2026-02-09T03:07:28.622" v="2415" actId="478"/>
          <ac:picMkLst>
            <pc:docMk/>
            <pc:sldMk cId="2181277153" sldId="331"/>
            <ac:picMk id="11" creationId="{772F4CD0-F5B9-636A-A48F-CD3846BE410F}"/>
          </ac:picMkLst>
        </pc:picChg>
      </pc:sldChg>
      <pc:sldChg chg="addSp delSp modSp add mod">
        <pc:chgData name="Andrew Tran" userId="645c8b08-77ea-4e26-a263-55df9c332471" providerId="ADAL" clId="{41229433-1E4D-4403-A426-C7F8A23DA638}" dt="2026-02-09T03:34:13.926" v="2608" actId="20577"/>
        <pc:sldMkLst>
          <pc:docMk/>
          <pc:sldMk cId="2542121303" sldId="332"/>
        </pc:sldMkLst>
        <pc:spChg chg="mod">
          <ac:chgData name="Andrew Tran" userId="645c8b08-77ea-4e26-a263-55df9c332471" providerId="ADAL" clId="{41229433-1E4D-4403-A426-C7F8A23DA638}" dt="2026-02-09T03:34:13.926" v="2608" actId="20577"/>
          <ac:spMkLst>
            <pc:docMk/>
            <pc:sldMk cId="2542121303" sldId="332"/>
            <ac:spMk id="4" creationId="{F236B686-BAD7-4409-6004-6E65511F2C49}"/>
          </ac:spMkLst>
        </pc:spChg>
        <pc:spChg chg="mod">
          <ac:chgData name="Andrew Tran" userId="645c8b08-77ea-4e26-a263-55df9c332471" providerId="ADAL" clId="{41229433-1E4D-4403-A426-C7F8A23DA638}" dt="2026-02-09T03:21:49.420" v="2564" actId="20577"/>
          <ac:spMkLst>
            <pc:docMk/>
            <pc:sldMk cId="2542121303" sldId="332"/>
            <ac:spMk id="744" creationId="{73104C9E-EE57-2ED9-EC60-610AD69FC9D2}"/>
          </ac:spMkLst>
        </pc:spChg>
        <pc:picChg chg="del">
          <ac:chgData name="Andrew Tran" userId="645c8b08-77ea-4e26-a263-55df9c332471" providerId="ADAL" clId="{41229433-1E4D-4403-A426-C7F8A23DA638}" dt="2026-02-09T03:21:51.576" v="2565" actId="478"/>
          <ac:picMkLst>
            <pc:docMk/>
            <pc:sldMk cId="2542121303" sldId="332"/>
            <ac:picMk id="3" creationId="{438088C8-7F4C-307D-C330-CECE94671B80}"/>
          </ac:picMkLst>
        </pc:picChg>
        <pc:picChg chg="add mod">
          <ac:chgData name="Andrew Tran" userId="645c8b08-77ea-4e26-a263-55df9c332471" providerId="ADAL" clId="{41229433-1E4D-4403-A426-C7F8A23DA638}" dt="2026-02-09T03:34:03.515" v="2570" actId="1076"/>
          <ac:picMkLst>
            <pc:docMk/>
            <pc:sldMk cId="2542121303" sldId="332"/>
            <ac:picMk id="5" creationId="{94976811-7710-9573-CC88-A4A1F4EC5B23}"/>
          </ac:picMkLst>
        </pc:picChg>
      </pc:sldChg>
      <pc:sldChg chg="modSp add mod">
        <pc:chgData name="Andrew Tran" userId="645c8b08-77ea-4e26-a263-55df9c332471" providerId="ADAL" clId="{41229433-1E4D-4403-A426-C7F8A23DA638}" dt="2026-02-09T03:38:45.065" v="2631" actId="20577"/>
        <pc:sldMkLst>
          <pc:docMk/>
          <pc:sldMk cId="553896052" sldId="333"/>
        </pc:sldMkLst>
        <pc:spChg chg="mod">
          <ac:chgData name="Andrew Tran" userId="645c8b08-77ea-4e26-a263-55df9c332471" providerId="ADAL" clId="{41229433-1E4D-4403-A426-C7F8A23DA638}" dt="2026-02-09T03:38:45.065" v="2631" actId="20577"/>
          <ac:spMkLst>
            <pc:docMk/>
            <pc:sldMk cId="553896052" sldId="333"/>
            <ac:spMk id="510" creationId="{90647933-0825-7718-A5A4-A6EAD3A3B488}"/>
          </ac:spMkLst>
        </pc:spChg>
      </pc:sldChg>
      <pc:sldChg chg="modSp add mod">
        <pc:chgData name="Andrew Tran" userId="645c8b08-77ea-4e26-a263-55df9c332471" providerId="ADAL" clId="{41229433-1E4D-4403-A426-C7F8A23DA638}" dt="2026-02-09T03:59:40.320" v="4940" actId="20577"/>
        <pc:sldMkLst>
          <pc:docMk/>
          <pc:sldMk cId="2777153724" sldId="334"/>
        </pc:sldMkLst>
        <pc:spChg chg="mod">
          <ac:chgData name="Andrew Tran" userId="645c8b08-77ea-4e26-a263-55df9c332471" providerId="ADAL" clId="{41229433-1E4D-4403-A426-C7F8A23DA638}" dt="2026-02-09T03:59:40.320" v="4940" actId="20577"/>
          <ac:spMkLst>
            <pc:docMk/>
            <pc:sldMk cId="2777153724" sldId="334"/>
            <ac:spMk id="12" creationId="{56968610-DB44-A800-1234-F743A873ADC7}"/>
          </ac:spMkLst>
        </pc:spChg>
        <pc:spChg chg="mod">
          <ac:chgData name="Andrew Tran" userId="645c8b08-77ea-4e26-a263-55df9c332471" providerId="ADAL" clId="{41229433-1E4D-4403-A426-C7F8A23DA638}" dt="2026-02-09T03:47:29.444" v="3795" actId="20577"/>
          <ac:spMkLst>
            <pc:docMk/>
            <pc:sldMk cId="2777153724" sldId="334"/>
            <ac:spMk id="744" creationId="{FE81BEC7-C409-BD84-6A2D-84B23DD09D36}"/>
          </ac:spMkLst>
        </pc:spChg>
      </pc:sldChg>
      <pc:sldMasterChg chg="delSldLayout">
        <pc:chgData name="Andrew Tran" userId="645c8b08-77ea-4e26-a263-55df9c332471" providerId="ADAL" clId="{41229433-1E4D-4403-A426-C7F8A23DA638}" dt="2026-02-09T03:59:54.684" v="4941" actId="47"/>
        <pc:sldMasterMkLst>
          <pc:docMk/>
          <pc:sldMasterMk cId="0" sldId="2147483697"/>
        </pc:sldMasterMkLst>
        <pc:sldLayoutChg chg="del">
          <pc:chgData name="Andrew Tran" userId="645c8b08-77ea-4e26-a263-55df9c332471" providerId="ADAL" clId="{41229433-1E4D-4403-A426-C7F8A23DA638}" dt="2026-02-09T03:59:54.684" v="4941" actId="47"/>
          <pc:sldLayoutMkLst>
            <pc:docMk/>
            <pc:sldMasterMk cId="0" sldId="2147483697"/>
            <pc:sldLayoutMk cId="0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92a5857887_0_6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92a5857887_0_6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>
          <a:extLst>
            <a:ext uri="{FF2B5EF4-FFF2-40B4-BE49-F238E27FC236}">
              <a16:creationId xmlns:a16="http://schemas.microsoft.com/office/drawing/2014/main" id="{5CE127A8-96CF-1C08-5641-854BE4E60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92a5857887_0_642:notes">
            <a:extLst>
              <a:ext uri="{FF2B5EF4-FFF2-40B4-BE49-F238E27FC236}">
                <a16:creationId xmlns:a16="http://schemas.microsoft.com/office/drawing/2014/main" id="{F296BAFE-CC81-E6D0-7D6D-435B6FCCA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92a5857887_0_642:notes">
            <a:extLst>
              <a:ext uri="{FF2B5EF4-FFF2-40B4-BE49-F238E27FC236}">
                <a16:creationId xmlns:a16="http://schemas.microsoft.com/office/drawing/2014/main" id="{5F55847C-55A0-4A2B-CF3E-C305E45AE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6845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8EE685F5-5EBD-6ADA-399E-36DEFB2A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92a5857887_0_702:notes">
            <a:extLst>
              <a:ext uri="{FF2B5EF4-FFF2-40B4-BE49-F238E27FC236}">
                <a16:creationId xmlns:a16="http://schemas.microsoft.com/office/drawing/2014/main" id="{7EDED68B-0E37-5BC7-FD49-1FDD2D648B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92a5857887_0_702:notes">
            <a:extLst>
              <a:ext uri="{FF2B5EF4-FFF2-40B4-BE49-F238E27FC236}">
                <a16:creationId xmlns:a16="http://schemas.microsoft.com/office/drawing/2014/main" id="{31448DE4-EE6F-F769-FDCF-02A33045F2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840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2A1D425E-3874-E117-7BA8-E85FE3CDF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92a5857887_0_702:notes">
            <a:extLst>
              <a:ext uri="{FF2B5EF4-FFF2-40B4-BE49-F238E27FC236}">
                <a16:creationId xmlns:a16="http://schemas.microsoft.com/office/drawing/2014/main" id="{E646EC9A-2280-7CD4-8626-535D65846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92a5857887_0_702:notes">
            <a:extLst>
              <a:ext uri="{FF2B5EF4-FFF2-40B4-BE49-F238E27FC236}">
                <a16:creationId xmlns:a16="http://schemas.microsoft.com/office/drawing/2014/main" id="{EB127997-BA3B-5AFC-0E15-DB581C6C10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4041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F59A8F5C-87D0-EE88-628B-C8262E916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92a5857887_0_702:notes">
            <a:extLst>
              <a:ext uri="{FF2B5EF4-FFF2-40B4-BE49-F238E27FC236}">
                <a16:creationId xmlns:a16="http://schemas.microsoft.com/office/drawing/2014/main" id="{3EB03B89-63CA-AD43-6A91-665562C76C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92a5857887_0_702:notes">
            <a:extLst>
              <a:ext uri="{FF2B5EF4-FFF2-40B4-BE49-F238E27FC236}">
                <a16:creationId xmlns:a16="http://schemas.microsoft.com/office/drawing/2014/main" id="{32E28BAB-EE44-1941-3C11-84C6BBBA03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951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>
          <a:extLst>
            <a:ext uri="{FF2B5EF4-FFF2-40B4-BE49-F238E27FC236}">
              <a16:creationId xmlns:a16="http://schemas.microsoft.com/office/drawing/2014/main" id="{9B27B7AD-82A1-3F4D-C88A-9C305055F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92a5857887_0_642:notes">
            <a:extLst>
              <a:ext uri="{FF2B5EF4-FFF2-40B4-BE49-F238E27FC236}">
                <a16:creationId xmlns:a16="http://schemas.microsoft.com/office/drawing/2014/main" id="{47A2313A-AD60-3A95-5661-B8355BDE52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92a5857887_0_642:notes">
            <a:extLst>
              <a:ext uri="{FF2B5EF4-FFF2-40B4-BE49-F238E27FC236}">
                <a16:creationId xmlns:a16="http://schemas.microsoft.com/office/drawing/2014/main" id="{88585EE4-66FE-175A-2636-49B3015780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5907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409EFD07-6278-BAB1-028A-5792FAED8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92a5857887_0_702:notes">
            <a:extLst>
              <a:ext uri="{FF2B5EF4-FFF2-40B4-BE49-F238E27FC236}">
                <a16:creationId xmlns:a16="http://schemas.microsoft.com/office/drawing/2014/main" id="{928AC90D-D8C6-18D9-DD0B-FEEFE3E588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92a5857887_0_702:notes">
            <a:extLst>
              <a:ext uri="{FF2B5EF4-FFF2-40B4-BE49-F238E27FC236}">
                <a16:creationId xmlns:a16="http://schemas.microsoft.com/office/drawing/2014/main" id="{90B36DA0-9473-063A-4C02-81E2449BDE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1649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4B91B3AE-7835-CCBF-67AD-263A927A0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92a5857887_0_702:notes">
            <a:extLst>
              <a:ext uri="{FF2B5EF4-FFF2-40B4-BE49-F238E27FC236}">
                <a16:creationId xmlns:a16="http://schemas.microsoft.com/office/drawing/2014/main" id="{3B5EBF98-5B2C-9073-FAD2-178D9346C9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92a5857887_0_702:notes">
            <a:extLst>
              <a:ext uri="{FF2B5EF4-FFF2-40B4-BE49-F238E27FC236}">
                <a16:creationId xmlns:a16="http://schemas.microsoft.com/office/drawing/2014/main" id="{DA88114A-0390-9596-05E6-47249C9EA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610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C0BF0727-2E56-553C-1853-C353B73EF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92a5857887_0_702:notes">
            <a:extLst>
              <a:ext uri="{FF2B5EF4-FFF2-40B4-BE49-F238E27FC236}">
                <a16:creationId xmlns:a16="http://schemas.microsoft.com/office/drawing/2014/main" id="{438DED18-243F-5FEB-0173-275C0D59E1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92a5857887_0_702:notes">
            <a:extLst>
              <a:ext uri="{FF2B5EF4-FFF2-40B4-BE49-F238E27FC236}">
                <a16:creationId xmlns:a16="http://schemas.microsoft.com/office/drawing/2014/main" id="{09184BD2-A782-1B19-C79E-F40EE6A6A2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30838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>
          <a:extLst>
            <a:ext uri="{FF2B5EF4-FFF2-40B4-BE49-F238E27FC236}">
              <a16:creationId xmlns:a16="http://schemas.microsoft.com/office/drawing/2014/main" id="{8A343E1F-49C1-A4AB-A228-75A93371F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92a5857887_0_642:notes">
            <a:extLst>
              <a:ext uri="{FF2B5EF4-FFF2-40B4-BE49-F238E27FC236}">
                <a16:creationId xmlns:a16="http://schemas.microsoft.com/office/drawing/2014/main" id="{76201DA8-454B-5918-EDE0-46A4A64D26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92a5857887_0_642:notes">
            <a:extLst>
              <a:ext uri="{FF2B5EF4-FFF2-40B4-BE49-F238E27FC236}">
                <a16:creationId xmlns:a16="http://schemas.microsoft.com/office/drawing/2014/main" id="{56E7ABD5-95E8-241A-20AE-106A3C4F6D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1652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48456D97-AC21-3CEA-D73B-2AACD9027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92a5857887_0_702:notes">
            <a:extLst>
              <a:ext uri="{FF2B5EF4-FFF2-40B4-BE49-F238E27FC236}">
                <a16:creationId xmlns:a16="http://schemas.microsoft.com/office/drawing/2014/main" id="{EC794256-6CC2-A5FC-5493-CC88C1DE7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92a5857887_0_702:notes">
            <a:extLst>
              <a:ext uri="{FF2B5EF4-FFF2-40B4-BE49-F238E27FC236}">
                <a16:creationId xmlns:a16="http://schemas.microsoft.com/office/drawing/2014/main" id="{ED14A5F1-A57E-0C96-1082-E095D62EC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4852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E190140E-FC26-7DF5-CB70-D003224B4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92a5857887_0_702:notes">
            <a:extLst>
              <a:ext uri="{FF2B5EF4-FFF2-40B4-BE49-F238E27FC236}">
                <a16:creationId xmlns:a16="http://schemas.microsoft.com/office/drawing/2014/main" id="{A8172A97-CE80-F3B7-EC9C-EF25EE0CD7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92a5857887_0_702:notes">
            <a:extLst>
              <a:ext uri="{FF2B5EF4-FFF2-40B4-BE49-F238E27FC236}">
                <a16:creationId xmlns:a16="http://schemas.microsoft.com/office/drawing/2014/main" id="{A11E14B7-EC30-4841-BB7F-4EAED42373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3900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>
          <a:extLst>
            <a:ext uri="{FF2B5EF4-FFF2-40B4-BE49-F238E27FC236}">
              <a16:creationId xmlns:a16="http://schemas.microsoft.com/office/drawing/2014/main" id="{B853FA10-F55A-BE86-6CDF-15423762E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92a5857887_0_642:notes">
            <a:extLst>
              <a:ext uri="{FF2B5EF4-FFF2-40B4-BE49-F238E27FC236}">
                <a16:creationId xmlns:a16="http://schemas.microsoft.com/office/drawing/2014/main" id="{E55FC94A-80D5-584B-8ECB-B0E69D318E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92a5857887_0_642:notes">
            <a:extLst>
              <a:ext uri="{FF2B5EF4-FFF2-40B4-BE49-F238E27FC236}">
                <a16:creationId xmlns:a16="http://schemas.microsoft.com/office/drawing/2014/main" id="{5067310A-B111-1E09-A522-98814D8F65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8299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7D8F9A38-5D00-5A91-8236-F2380DD9A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92a5857887_0_702:notes">
            <a:extLst>
              <a:ext uri="{FF2B5EF4-FFF2-40B4-BE49-F238E27FC236}">
                <a16:creationId xmlns:a16="http://schemas.microsoft.com/office/drawing/2014/main" id="{DB62CE11-0587-5B64-0D9B-FBD17C4A14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92a5857887_0_702:notes">
            <a:extLst>
              <a:ext uri="{FF2B5EF4-FFF2-40B4-BE49-F238E27FC236}">
                <a16:creationId xmlns:a16="http://schemas.microsoft.com/office/drawing/2014/main" id="{04D77739-FCA6-1F64-A0D8-87BDBF4B8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9631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8EBB36A2-6441-1E55-A3D7-6792C227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92a5857887_0_702:notes">
            <a:extLst>
              <a:ext uri="{FF2B5EF4-FFF2-40B4-BE49-F238E27FC236}">
                <a16:creationId xmlns:a16="http://schemas.microsoft.com/office/drawing/2014/main" id="{E9A89CE2-4D5E-C246-84EF-3FFBD68EB2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92a5857887_0_702:notes">
            <a:extLst>
              <a:ext uri="{FF2B5EF4-FFF2-40B4-BE49-F238E27FC236}">
                <a16:creationId xmlns:a16="http://schemas.microsoft.com/office/drawing/2014/main" id="{67788206-E91E-9A86-1A2C-B80CED6F6B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7808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Title serif dark">
  <p:cSld name="CUSTOM_8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ctrTitle"/>
          </p:nvPr>
        </p:nvSpPr>
        <p:spPr>
          <a:xfrm>
            <a:off x="458700" y="1882925"/>
            <a:ext cx="7139100" cy="24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Instrument Serif"/>
              <a:buNone/>
              <a:defRPr sz="9600" b="0">
                <a:solidFill>
                  <a:schemeClr val="l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ubTitle" idx="1"/>
          </p:nvPr>
        </p:nvSpPr>
        <p:spPr>
          <a:xfrm>
            <a:off x="457200" y="445025"/>
            <a:ext cx="51777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ExtraBold"/>
              <a:buNone/>
              <a:defRPr sz="14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 ExtraBold"/>
              <a:buNone/>
              <a:defRPr sz="2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 ExtraBold"/>
              <a:buNone/>
              <a:defRPr sz="2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 ExtraBold"/>
              <a:buNone/>
              <a:defRPr sz="2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 ExtraBold"/>
              <a:buNone/>
              <a:defRPr sz="2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 ExtraBold"/>
              <a:buNone/>
              <a:defRPr sz="2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 ExtraBold"/>
              <a:buNone/>
              <a:defRPr sz="2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 ExtraBold"/>
              <a:buNone/>
              <a:defRPr sz="2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 ExtraBold"/>
              <a:buNone/>
              <a:defRPr sz="2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>
            <a:endParaRPr/>
          </a:p>
        </p:txBody>
      </p:sp>
      <p:pic>
        <p:nvPicPr>
          <p:cNvPr id="19" name="Google Shape;19;p4" title="2025_08-27_Lehigh-University-Logo_KO-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65600" y="445025"/>
            <a:ext cx="621200" cy="86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 Title left justified dark">
  <p:cSld name="CUSTOM_12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6"/>
          <p:cNvCxnSpPr/>
          <p:nvPr/>
        </p:nvCxnSpPr>
        <p:spPr>
          <a:xfrm>
            <a:off x="458700" y="879700"/>
            <a:ext cx="8226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Google Shape;26;p6"/>
          <p:cNvSpPr txBox="1">
            <a:spLocks noGrp="1"/>
          </p:cNvSpPr>
          <p:nvPr>
            <p:ph type="ctrTitle"/>
          </p:nvPr>
        </p:nvSpPr>
        <p:spPr>
          <a:xfrm>
            <a:off x="458700" y="1781300"/>
            <a:ext cx="6741600" cy="1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1"/>
          </p:nvPr>
        </p:nvSpPr>
        <p:spPr>
          <a:xfrm>
            <a:off x="457200" y="3397000"/>
            <a:ext cx="6741600" cy="9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SemiBold"/>
              <a:buNone/>
              <a:defRPr sz="24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2"/>
          </p:nvPr>
        </p:nvSpPr>
        <p:spPr>
          <a:xfrm>
            <a:off x="6158700" y="336350"/>
            <a:ext cx="2526600" cy="3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9" name="Google Shape;29;p6" title="2025_07-16_Lehigh-University-Logo_Full-Color-RGB_For-Digita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3800" y="231100"/>
            <a:ext cx="1977876" cy="42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Title left justified light">
  <p:cSld name="CUSTOM_9">
    <p:bg>
      <p:bgPr>
        <a:solidFill>
          <a:schemeClr val="dk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Google Shape;31;p7"/>
          <p:cNvCxnSpPr/>
          <p:nvPr/>
        </p:nvCxnSpPr>
        <p:spPr>
          <a:xfrm>
            <a:off x="458700" y="879700"/>
            <a:ext cx="8226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Google Shape;32;p7"/>
          <p:cNvSpPr txBox="1">
            <a:spLocks noGrp="1"/>
          </p:cNvSpPr>
          <p:nvPr>
            <p:ph type="ctrTitle"/>
          </p:nvPr>
        </p:nvSpPr>
        <p:spPr>
          <a:xfrm>
            <a:off x="458700" y="1781300"/>
            <a:ext cx="6741600" cy="1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457200" y="3397000"/>
            <a:ext cx="6741600" cy="9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Inter SemiBold"/>
              <a:buNone/>
              <a:defRPr sz="24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2"/>
          </p:nvPr>
        </p:nvSpPr>
        <p:spPr>
          <a:xfrm>
            <a:off x="6158700" y="336350"/>
            <a:ext cx="2526600" cy="3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5" name="Google Shape;35;p7" title="2025_07-16_Lehigh-University-Logo_Full-Color_KO-RGB_For-Digita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99" y="232470"/>
            <a:ext cx="1977876" cy="41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. Text basic">
  <p:cSld name="CUSTOM_9_1_1_1_1_1_1_1_1_4_1_1_1_3_1_1_1_1">
    <p:bg>
      <p:bgPr>
        <a:noFill/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747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24"/>
          <p:cNvSpPr txBox="1">
            <a:spLocks noGrp="1"/>
          </p:cNvSpPr>
          <p:nvPr>
            <p:ph type="subTitle" idx="1"/>
          </p:nvPr>
        </p:nvSpPr>
        <p:spPr>
          <a:xfrm>
            <a:off x="457200" y="1041425"/>
            <a:ext cx="7476300" cy="4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800"/>
              <a:buFont typeface="Inter SemiBold"/>
              <a:buNone/>
              <a:defRPr sz="18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9" name="Google Shape;219;p24"/>
          <p:cNvSpPr txBox="1">
            <a:spLocks noGrp="1"/>
          </p:cNvSpPr>
          <p:nvPr>
            <p:ph type="body" idx="2"/>
          </p:nvPr>
        </p:nvSpPr>
        <p:spPr>
          <a:xfrm>
            <a:off x="457200" y="1849300"/>
            <a:ext cx="3762300" cy="24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220" name="Google Shape;220;p24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4"/>
          <p:cNvSpPr txBox="1">
            <a:spLocks noGrp="1"/>
          </p:cNvSpPr>
          <p:nvPr>
            <p:ph type="subTitle" idx="3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7476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"/>
              <a:buNone/>
              <a:defRPr sz="35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849300"/>
            <a:ext cx="5850900" cy="24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7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E46962"/>
          </p15:clr>
        </p15:guide>
        <p15:guide id="2" orient="horz" pos="280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73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8"/>
          <p:cNvSpPr txBox="1">
            <a:spLocks noGrp="1"/>
          </p:cNvSpPr>
          <p:nvPr>
            <p:ph type="ctrTitle"/>
          </p:nvPr>
        </p:nvSpPr>
        <p:spPr>
          <a:xfrm>
            <a:off x="458700" y="1971432"/>
            <a:ext cx="6741600" cy="1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Direct Cooling Technique</a:t>
            </a:r>
            <a:endParaRPr dirty="0"/>
          </a:p>
        </p:txBody>
      </p:sp>
      <p:sp>
        <p:nvSpPr>
          <p:cNvPr id="523" name="Google Shape;523;p58"/>
          <p:cNvSpPr txBox="1">
            <a:spLocks noGrp="1"/>
          </p:cNvSpPr>
          <p:nvPr>
            <p:ph type="subTitle" idx="1"/>
          </p:nvPr>
        </p:nvSpPr>
        <p:spPr>
          <a:xfrm>
            <a:off x="458700" y="2723232"/>
            <a:ext cx="6741600" cy="9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Spray Cooling</a:t>
            </a:r>
            <a:endParaRPr dirty="0"/>
          </a:p>
        </p:txBody>
      </p:sp>
      <p:sp>
        <p:nvSpPr>
          <p:cNvPr id="524" name="Google Shape;524;p58"/>
          <p:cNvSpPr txBox="1">
            <a:spLocks noGrp="1"/>
          </p:cNvSpPr>
          <p:nvPr>
            <p:ph type="subTitle" idx="2"/>
          </p:nvPr>
        </p:nvSpPr>
        <p:spPr>
          <a:xfrm>
            <a:off x="6158700" y="336350"/>
            <a:ext cx="2526600" cy="3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 / 21 /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>
          <a:extLst>
            <a:ext uri="{FF2B5EF4-FFF2-40B4-BE49-F238E27FC236}">
              <a16:creationId xmlns:a16="http://schemas.microsoft.com/office/drawing/2014/main" id="{985E9A1A-B455-422F-959B-34FD59673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6">
            <a:extLst>
              <a:ext uri="{FF2B5EF4-FFF2-40B4-BE49-F238E27FC236}">
                <a16:creationId xmlns:a16="http://schemas.microsoft.com/office/drawing/2014/main" id="{0E495A3F-F0FF-B7D8-FA99-3B464DBC319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58700" y="1882925"/>
            <a:ext cx="7139100" cy="24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Control Strategy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97152-4128-8A89-148C-681736B8E9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148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BB8944A2-4D7A-7E73-DB65-5DDE7505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9">
            <a:extLst>
              <a:ext uri="{FF2B5EF4-FFF2-40B4-BE49-F238E27FC236}">
                <a16:creationId xmlns:a16="http://schemas.microsoft.com/office/drawing/2014/main" id="{C4FBC767-D119-728B-F72E-1C2E2A119E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199" y="445025"/>
            <a:ext cx="843929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Option 1: Automated cooling/heating</a:t>
            </a:r>
            <a:endParaRPr sz="2800" dirty="0"/>
          </a:p>
        </p:txBody>
      </p:sp>
      <p:sp>
        <p:nvSpPr>
          <p:cNvPr id="5" name="Google Shape;745;p79">
            <a:extLst>
              <a:ext uri="{FF2B5EF4-FFF2-40B4-BE49-F238E27FC236}">
                <a16:creationId xmlns:a16="http://schemas.microsoft.com/office/drawing/2014/main" id="{5B4C5CDB-3674-B864-2D9C-D5113CE82EF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199" y="981980"/>
            <a:ext cx="7476300" cy="4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PID controller for both heating element / cooling element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ACA75E-0EBC-0A69-F602-9295D48FB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540" y="1870074"/>
            <a:ext cx="6228920" cy="20130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7598830-9E3B-98B3-C1C8-F18982CBD6AF}"/>
              </a:ext>
            </a:extLst>
          </p:cNvPr>
          <p:cNvSpPr txBox="1"/>
          <p:nvPr/>
        </p:nvSpPr>
        <p:spPr>
          <a:xfrm>
            <a:off x="1804737" y="4321946"/>
            <a:ext cx="553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Fig. 1. </a:t>
            </a:r>
            <a:r>
              <a:rPr lang="en-US" dirty="0"/>
              <a:t>Block diagram for automated heating and cooling elements</a:t>
            </a:r>
          </a:p>
        </p:txBody>
      </p:sp>
    </p:spTree>
    <p:extLst>
      <p:ext uri="{BB962C8B-B14F-4D97-AF65-F5344CB8AC3E}">
        <p14:creationId xmlns:p14="http://schemas.microsoft.com/office/powerpoint/2010/main" val="298003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9B2B2AAA-B690-69EE-1861-8E4361487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9">
            <a:extLst>
              <a:ext uri="{FF2B5EF4-FFF2-40B4-BE49-F238E27FC236}">
                <a16:creationId xmlns:a16="http://schemas.microsoft.com/office/drawing/2014/main" id="{BE53465C-5D5B-7F90-EE93-02CD4A1560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199" y="445025"/>
            <a:ext cx="843929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Option 2: Manual heating / Automated cooling</a:t>
            </a:r>
            <a:endParaRPr sz="2800" dirty="0"/>
          </a:p>
        </p:txBody>
      </p:sp>
      <p:sp>
        <p:nvSpPr>
          <p:cNvPr id="5" name="Google Shape;745;p79">
            <a:extLst>
              <a:ext uri="{FF2B5EF4-FFF2-40B4-BE49-F238E27FC236}">
                <a16:creationId xmlns:a16="http://schemas.microsoft.com/office/drawing/2014/main" id="{BE88EC55-7D67-AFAD-E3EB-8C0226DECA6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197" y="1017725"/>
            <a:ext cx="8178037" cy="4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PID controller for cooling element / Manual open-loop for heating element</a:t>
            </a:r>
            <a:endParaRPr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20AAB7-7C9C-6D2B-69C1-A73B4F8DB50E}"/>
              </a:ext>
            </a:extLst>
          </p:cNvPr>
          <p:cNvSpPr txBox="1"/>
          <p:nvPr/>
        </p:nvSpPr>
        <p:spPr>
          <a:xfrm>
            <a:off x="1804737" y="3690886"/>
            <a:ext cx="5534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Fig. 2. </a:t>
            </a:r>
            <a:r>
              <a:rPr lang="en-US" dirty="0"/>
              <a:t>Block diagram for manual heating and auto mated cooling elements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2D74A5-DF47-E2B0-35A1-2E674722D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982" y="1590425"/>
            <a:ext cx="5892036" cy="208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21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CF01D740-03F9-6ACC-1BFB-EB35A2D1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9">
            <a:extLst>
              <a:ext uri="{FF2B5EF4-FFF2-40B4-BE49-F238E27FC236}">
                <a16:creationId xmlns:a16="http://schemas.microsoft.com/office/drawing/2014/main" id="{306CA46F-46AE-F7CF-D3BD-083CCCDE0A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7406" y="252520"/>
            <a:ext cx="843929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Comparision</a:t>
            </a:r>
            <a:endParaRPr sz="28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236E5D8-7AA8-EE2E-07B2-A382E245F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163540"/>
              </p:ext>
            </p:extLst>
          </p:nvPr>
        </p:nvGraphicFramePr>
        <p:xfrm>
          <a:off x="427406" y="946111"/>
          <a:ext cx="8498878" cy="325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8880">
                  <a:extLst>
                    <a:ext uri="{9D8B030D-6E8A-4147-A177-3AD203B41FA5}">
                      <a16:colId xmlns:a16="http://schemas.microsoft.com/office/drawing/2014/main" val="638865916"/>
                    </a:ext>
                  </a:extLst>
                </a:gridCol>
                <a:gridCol w="3761108">
                  <a:extLst>
                    <a:ext uri="{9D8B030D-6E8A-4147-A177-3AD203B41FA5}">
                      <a16:colId xmlns:a16="http://schemas.microsoft.com/office/drawing/2014/main" val="3221066386"/>
                    </a:ext>
                  </a:extLst>
                </a:gridCol>
                <a:gridCol w="3858890">
                  <a:extLst>
                    <a:ext uri="{9D8B030D-6E8A-4147-A177-3AD203B41FA5}">
                      <a16:colId xmlns:a16="http://schemas.microsoft.com/office/drawing/2014/main" val="3611136730"/>
                    </a:ext>
                  </a:extLst>
                </a:gridCol>
              </a:tblGrid>
              <a:tr h="37813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Pros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123719"/>
                  </a:ext>
                </a:extLst>
              </a:tr>
              <a:tr h="113509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Option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200" dirty="0"/>
                        <a:t>Precise temperature control in both directions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200" dirty="0"/>
                        <a:t>Faster response to setpoint change (don’t need manual tuning)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200" dirty="0"/>
                        <a:t>Better disturbance rejection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200" dirty="0"/>
                        <a:t>More complex PID tuning (2 PIDs)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200" dirty="0"/>
                        <a:t>Requires additional control logic to prevent simultaneous cooling/heating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200" dirty="0"/>
                        <a:t>Higher computational overhead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200" dirty="0"/>
                        <a:t>Potential for instability using 1 Arduino for both actuators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4842704"/>
                  </a:ext>
                </a:extLst>
              </a:tr>
              <a:tr h="1684421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Option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Simpler implementation in short-time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No heating / cooling conflict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Can easily deactivate/activate separated PID controllers if needed to further studies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Easier to troubleshoot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Lower computational requirement (less load on Arduino)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Manual calibration of heating manual to get to set temp through power output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Less precise at elevated temperature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52397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FA0BDD8-B5EF-1540-4D54-42688DED3D36}"/>
              </a:ext>
            </a:extLst>
          </p:cNvPr>
          <p:cNvSpPr txBox="1"/>
          <p:nvPr/>
        </p:nvSpPr>
        <p:spPr>
          <a:xfrm>
            <a:off x="1804737" y="4318280"/>
            <a:ext cx="553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Table. 1. </a:t>
            </a:r>
            <a:r>
              <a:rPr lang="en-US" dirty="0"/>
              <a:t>Comparison between 2 proposed options</a:t>
            </a:r>
          </a:p>
        </p:txBody>
      </p:sp>
    </p:spTree>
    <p:extLst>
      <p:ext uri="{BB962C8B-B14F-4D97-AF65-F5344CB8AC3E}">
        <p14:creationId xmlns:p14="http://schemas.microsoft.com/office/powerpoint/2010/main" val="2545985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>
          <a:extLst>
            <a:ext uri="{FF2B5EF4-FFF2-40B4-BE49-F238E27FC236}">
              <a16:creationId xmlns:a16="http://schemas.microsoft.com/office/drawing/2014/main" id="{F2C55BA1-E5D3-B6D4-5775-0D4586D6A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6">
            <a:extLst>
              <a:ext uri="{FF2B5EF4-FFF2-40B4-BE49-F238E27FC236}">
                <a16:creationId xmlns:a16="http://schemas.microsoft.com/office/drawing/2014/main" id="{50180703-EDFD-418D-3891-5187E056A7F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58700" y="1882925"/>
            <a:ext cx="7139100" cy="24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Implementation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D3290-15F0-B09D-9635-4989041B67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80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9054B5BC-DBDD-0818-77FF-6AD547E91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9">
            <a:extLst>
              <a:ext uri="{FF2B5EF4-FFF2-40B4-BE49-F238E27FC236}">
                <a16:creationId xmlns:a16="http://schemas.microsoft.com/office/drawing/2014/main" id="{CA60C17A-7FD8-D887-7BCC-FA4DDC0D42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407544"/>
            <a:ext cx="747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1) RTD set-up</a:t>
            </a:r>
            <a:endParaRPr sz="2800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35D1532-0076-7D4C-145F-B752791A76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316203"/>
              </p:ext>
            </p:extLst>
          </p:nvPr>
        </p:nvGraphicFramePr>
        <p:xfrm>
          <a:off x="4327883" y="362714"/>
          <a:ext cx="4602163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56095" imgH="1225685" progId="Excel.Sheet.12">
                  <p:embed/>
                </p:oleObj>
              </mc:Choice>
              <mc:Fallback>
                <p:oleObj name="Worksheet" r:id="rId3" imgW="4756095" imgH="1225685" progId="Excel.Shee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A35D1532-0076-7D4C-145F-B752791A76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7883" y="362714"/>
                        <a:ext cx="4602163" cy="1185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A3D47003-A2C1-8682-43DF-B4A4C31DA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03" y="1889584"/>
            <a:ext cx="7899591" cy="9500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2CA05E-CC94-90EB-7F62-FCEDB1B40F08}"/>
              </a:ext>
            </a:extLst>
          </p:cNvPr>
          <p:cNvSpPr txBox="1"/>
          <p:nvPr/>
        </p:nvSpPr>
        <p:spPr>
          <a:xfrm>
            <a:off x="1804735" y="2839657"/>
            <a:ext cx="553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Fig. 3. </a:t>
            </a:r>
            <a:r>
              <a:rPr lang="en-US" dirty="0"/>
              <a:t>Block diagram for RTD sensor w/o DAQ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ED32E19-2514-632E-DF5D-F45F6CC30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265865"/>
              </p:ext>
            </p:extLst>
          </p:nvPr>
        </p:nvGraphicFramePr>
        <p:xfrm>
          <a:off x="1018100" y="3138918"/>
          <a:ext cx="7107796" cy="151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4147">
                  <a:extLst>
                    <a:ext uri="{9D8B030D-6E8A-4147-A177-3AD203B41FA5}">
                      <a16:colId xmlns:a16="http://schemas.microsoft.com/office/drawing/2014/main" val="4113418306"/>
                    </a:ext>
                  </a:extLst>
                </a:gridCol>
                <a:gridCol w="1754147">
                  <a:extLst>
                    <a:ext uri="{9D8B030D-6E8A-4147-A177-3AD203B41FA5}">
                      <a16:colId xmlns:a16="http://schemas.microsoft.com/office/drawing/2014/main" val="3073328882"/>
                    </a:ext>
                  </a:extLst>
                </a:gridCol>
                <a:gridCol w="1799751">
                  <a:extLst>
                    <a:ext uri="{9D8B030D-6E8A-4147-A177-3AD203B41FA5}">
                      <a16:colId xmlns:a16="http://schemas.microsoft.com/office/drawing/2014/main" val="1050642829"/>
                    </a:ext>
                  </a:extLst>
                </a:gridCol>
                <a:gridCol w="1799751">
                  <a:extLst>
                    <a:ext uri="{9D8B030D-6E8A-4147-A177-3AD203B41FA5}">
                      <a16:colId xmlns:a16="http://schemas.microsoft.com/office/drawing/2014/main" val="1448131601"/>
                    </a:ext>
                  </a:extLst>
                </a:gridCol>
              </a:tblGrid>
              <a:tr h="3300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w/o DAQ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With DAQ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207767"/>
                  </a:ext>
                </a:extLst>
              </a:tr>
              <a:tr h="1037522"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Lower cost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Compact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Faster prototype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Lower power consumption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Easier data log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200" dirty="0"/>
                        <a:t>Manual calibration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200" dirty="0"/>
                        <a:t>Scaling difficulty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200" dirty="0"/>
                        <a:t>Hard to diagnose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US" sz="1200" dirty="0"/>
                    </a:p>
                    <a:p>
                      <a:pPr marL="171450" indent="-171450">
                        <a:buFontTx/>
                        <a:buChar char="-"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High accuracy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Noise rejection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Automatic linearization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Easy scaling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LABVIEW compatible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Built-in diagnostic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Higher cost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569778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815B10FC-36A7-1872-E3F3-5D6119A88F95}"/>
              </a:ext>
            </a:extLst>
          </p:cNvPr>
          <p:cNvSpPr txBox="1"/>
          <p:nvPr/>
        </p:nvSpPr>
        <p:spPr>
          <a:xfrm>
            <a:off x="1804735" y="4649162"/>
            <a:ext cx="553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Table. 1. </a:t>
            </a:r>
            <a:r>
              <a:rPr lang="en-US" dirty="0"/>
              <a:t>Comparison reading RTD sensor w/ and w/o DAQ</a:t>
            </a:r>
          </a:p>
        </p:txBody>
      </p:sp>
    </p:spTree>
    <p:extLst>
      <p:ext uri="{BB962C8B-B14F-4D97-AF65-F5344CB8AC3E}">
        <p14:creationId xmlns:p14="http://schemas.microsoft.com/office/powerpoint/2010/main" val="1386428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E23F040E-6553-694A-D5B3-90DD28106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9">
            <a:extLst>
              <a:ext uri="{FF2B5EF4-FFF2-40B4-BE49-F238E27FC236}">
                <a16:creationId xmlns:a16="http://schemas.microsoft.com/office/drawing/2014/main" id="{3743DCFA-50A6-BE61-912A-DF9686EA8D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225" y="321462"/>
            <a:ext cx="747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2) Heating Element</a:t>
            </a:r>
            <a:br>
              <a:rPr lang="en-US" sz="2800" dirty="0"/>
            </a:br>
            <a:r>
              <a:rPr lang="en-US" sz="2800" dirty="0"/>
              <a:t> Controller</a:t>
            </a:r>
            <a:endParaRPr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3DAF8B-0506-163C-CCD7-0458A3E91EA4}"/>
              </a:ext>
            </a:extLst>
          </p:cNvPr>
          <p:cNvSpPr txBox="1"/>
          <p:nvPr/>
        </p:nvSpPr>
        <p:spPr>
          <a:xfrm>
            <a:off x="1804737" y="2456541"/>
            <a:ext cx="553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Fig. 4. </a:t>
            </a:r>
            <a:r>
              <a:rPr lang="en-US" dirty="0"/>
              <a:t>Block diagram for heating element w/ manual dimmer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61BFB9-02B1-C8C3-F684-353919761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020" y="1569466"/>
            <a:ext cx="5015960" cy="8534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031F23-59F4-41CF-0021-0DFE1C260DD7}"/>
              </a:ext>
            </a:extLst>
          </p:cNvPr>
          <p:cNvSpPr txBox="1"/>
          <p:nvPr/>
        </p:nvSpPr>
        <p:spPr>
          <a:xfrm>
            <a:off x="1804737" y="4713221"/>
            <a:ext cx="553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Fig. 5. </a:t>
            </a:r>
            <a:r>
              <a:rPr lang="en-US" dirty="0"/>
              <a:t>Block diagram for heating element w/ digital dimmer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1C5D3A-2852-C91B-46E0-CCA17C739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046" y="364378"/>
            <a:ext cx="5061873" cy="10595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EE6048-0A34-794D-20C0-53A9F17B46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4436" y="2860812"/>
            <a:ext cx="4675128" cy="185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96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9ACB6C7A-749E-2F50-5338-EEBDFA9AB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9">
            <a:extLst>
              <a:ext uri="{FF2B5EF4-FFF2-40B4-BE49-F238E27FC236}">
                <a16:creationId xmlns:a16="http://schemas.microsoft.com/office/drawing/2014/main" id="{081A8E8E-2A26-D29B-BC58-D2E47FD737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425" y="321463"/>
            <a:ext cx="747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3) Cooling Element</a:t>
            </a:r>
            <a:br>
              <a:rPr lang="en-US" sz="2800" dirty="0"/>
            </a:br>
            <a:r>
              <a:rPr lang="en-US" sz="2800" dirty="0"/>
              <a:t>Controller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F9914-D730-FF41-79D9-2F03AEA4C7B7}"/>
              </a:ext>
            </a:extLst>
          </p:cNvPr>
          <p:cNvSpPr txBox="1"/>
          <p:nvPr/>
        </p:nvSpPr>
        <p:spPr>
          <a:xfrm>
            <a:off x="1804737" y="3941560"/>
            <a:ext cx="553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Fig. 6. </a:t>
            </a:r>
            <a:r>
              <a:rPr lang="en-US" dirty="0"/>
              <a:t>Block diagram for cooling element w/ digital dimmer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D99D4-5C62-8C8F-BF3C-862169DC0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050" y="1231668"/>
            <a:ext cx="5918850" cy="26801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057F8D-B709-0DE4-70C2-17F889F85B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21"/>
          <a:stretch>
            <a:fillRect/>
          </a:stretch>
        </p:blipFill>
        <p:spPr>
          <a:xfrm>
            <a:off x="4188475" y="894162"/>
            <a:ext cx="4794250" cy="101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458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>
          <a:extLst>
            <a:ext uri="{FF2B5EF4-FFF2-40B4-BE49-F238E27FC236}">
              <a16:creationId xmlns:a16="http://schemas.microsoft.com/office/drawing/2014/main" id="{8B05C78F-F421-5BBE-F13D-326016199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6">
            <a:extLst>
              <a:ext uri="{FF2B5EF4-FFF2-40B4-BE49-F238E27FC236}">
                <a16:creationId xmlns:a16="http://schemas.microsoft.com/office/drawing/2014/main" id="{AC220778-940B-C287-41CE-58FD9605966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58700" y="1882925"/>
            <a:ext cx="7139100" cy="24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Control Systems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B4D4E0-A4EA-821A-15BA-E998C33B5E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304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AB90D703-A99C-1B81-7745-92F71A74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9">
            <a:extLst>
              <a:ext uri="{FF2B5EF4-FFF2-40B4-BE49-F238E27FC236}">
                <a16:creationId xmlns:a16="http://schemas.microsoft.com/office/drawing/2014/main" id="{239AF68D-39C7-E4E2-7B79-9308BE1317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407544"/>
            <a:ext cx="747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1) Open-loop for heating element</a:t>
            </a:r>
            <a:endParaRPr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87B109-FE2B-3486-812F-9588219F0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487" y="1679573"/>
            <a:ext cx="6423025" cy="12669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528C0A-04EB-160C-1D59-9A2CE806FFFC}"/>
              </a:ext>
            </a:extLst>
          </p:cNvPr>
          <p:cNvSpPr txBox="1"/>
          <p:nvPr/>
        </p:nvSpPr>
        <p:spPr>
          <a:xfrm>
            <a:off x="1804736" y="2949691"/>
            <a:ext cx="553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Fig. 7.</a:t>
            </a:r>
            <a:r>
              <a:rPr lang="en-US" dirty="0"/>
              <a:t> Open-loop control diagram for heater</a:t>
            </a:r>
          </a:p>
        </p:txBody>
      </p:sp>
    </p:spTree>
    <p:extLst>
      <p:ext uri="{BB962C8B-B14F-4D97-AF65-F5344CB8AC3E}">
        <p14:creationId xmlns:p14="http://schemas.microsoft.com/office/powerpoint/2010/main" val="2181277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B4D2188D-E9C8-F8C1-3575-AA29FE4D1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9">
            <a:extLst>
              <a:ext uri="{FF2B5EF4-FFF2-40B4-BE49-F238E27FC236}">
                <a16:creationId xmlns:a16="http://schemas.microsoft.com/office/drawing/2014/main" id="{73104C9E-EE57-2ED9-EC60-610AD69FC9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407544"/>
            <a:ext cx="747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2) Close-loop for cooling element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36B686-BAD7-4409-6004-6E65511F2C49}"/>
              </a:ext>
            </a:extLst>
          </p:cNvPr>
          <p:cNvSpPr txBox="1"/>
          <p:nvPr/>
        </p:nvSpPr>
        <p:spPr>
          <a:xfrm>
            <a:off x="1804737" y="3184641"/>
            <a:ext cx="553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Fig. 8.</a:t>
            </a:r>
            <a:r>
              <a:rPr lang="en-US" dirty="0"/>
              <a:t> Close-loop control diagram for cooling element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976811-7710-9573-CC88-A4A1F4EC5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75" y="1480852"/>
            <a:ext cx="6838950" cy="170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121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>
          <a:extLst>
            <a:ext uri="{FF2B5EF4-FFF2-40B4-BE49-F238E27FC236}">
              <a16:creationId xmlns:a16="http://schemas.microsoft.com/office/drawing/2014/main" id="{5A108C03-3A0C-D263-329C-14DE30F03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6">
            <a:extLst>
              <a:ext uri="{FF2B5EF4-FFF2-40B4-BE49-F238E27FC236}">
                <a16:creationId xmlns:a16="http://schemas.microsoft.com/office/drawing/2014/main" id="{90647933-0825-7718-A5A4-A6EAD3A3B48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58700" y="1882925"/>
            <a:ext cx="7139100" cy="24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Next Steps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7D177-3EC3-BC21-CEDA-0019A3676A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896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E8542D23-E2A8-96E5-4192-8026730E7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9">
            <a:extLst>
              <a:ext uri="{FF2B5EF4-FFF2-40B4-BE49-F238E27FC236}">
                <a16:creationId xmlns:a16="http://schemas.microsoft.com/office/drawing/2014/main" id="{ECDD7CA6-FE6B-05BA-C982-F5909AA2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16425"/>
            <a:ext cx="747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Rough Timeline</a:t>
            </a:r>
            <a:endParaRPr dirty="0"/>
          </a:p>
        </p:txBody>
      </p:sp>
      <p:sp>
        <p:nvSpPr>
          <p:cNvPr id="12" name="Google Shape;754;p80">
            <a:extLst>
              <a:ext uri="{FF2B5EF4-FFF2-40B4-BE49-F238E27FC236}">
                <a16:creationId xmlns:a16="http://schemas.microsoft.com/office/drawing/2014/main" id="{CCB8B9A6-47E2-5042-18BB-173B50EFD1A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42900" y="882025"/>
            <a:ext cx="8242300" cy="3379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1600" dirty="0"/>
              <a:t>Week (02/09-15): CAD Model for spray chamber and test rig (need additional verification from Bill Mouron or Kai, finalize BOM and start ordering (if in time)</a:t>
            </a:r>
          </a:p>
          <a:p>
            <a:pPr marL="285750" lvl="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Week (02/16-22): Electrical schematic for hardware, hardware arrives</a:t>
            </a:r>
          </a:p>
          <a:p>
            <a:pPr marL="285750" lvl="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Week (02/23 – 03/01): 3D prints nozzle fixture, start looking for stock to manufacture</a:t>
            </a:r>
          </a:p>
          <a:p>
            <a:pPr marL="285750" lvl="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Week (03/02 – 03/08): </a:t>
            </a:r>
            <a:r>
              <a:rPr lang="en-US" sz="1600" u="sng" dirty="0">
                <a:solidFill>
                  <a:srgbClr val="FF0000"/>
                </a:solidFill>
              </a:rPr>
              <a:t>Midterm deliverable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1600" dirty="0"/>
              <a:t>Midterm Deliverable (03/08/2026): PPT presentation from the start (including abstract, project’s vision)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1600" dirty="0"/>
              <a:t>Week (03/09 – 03/15): Start assembly test rig, start construct coding for PIDs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1600" dirty="0"/>
              <a:t>Week (03/16 – 03/23): Continue assembling test rig, if set up on time, tune PIDs</a:t>
            </a:r>
          </a:p>
        </p:txBody>
      </p:sp>
    </p:spTree>
    <p:extLst>
      <p:ext uri="{BB962C8B-B14F-4D97-AF65-F5344CB8AC3E}">
        <p14:creationId xmlns:p14="http://schemas.microsoft.com/office/powerpoint/2010/main" val="74843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97814419-C9B2-0BD4-1FC6-BDA2063F8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9">
            <a:extLst>
              <a:ext uri="{FF2B5EF4-FFF2-40B4-BE49-F238E27FC236}">
                <a16:creationId xmlns:a16="http://schemas.microsoft.com/office/drawing/2014/main" id="{FE81BEC7-C409-BD84-6A2D-84B23DD09D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16425"/>
            <a:ext cx="747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Rough Timeline (cont.)</a:t>
            </a:r>
            <a:endParaRPr dirty="0"/>
          </a:p>
        </p:txBody>
      </p:sp>
      <p:sp>
        <p:nvSpPr>
          <p:cNvPr id="12" name="Google Shape;754;p80">
            <a:extLst>
              <a:ext uri="{FF2B5EF4-FFF2-40B4-BE49-F238E27FC236}">
                <a16:creationId xmlns:a16="http://schemas.microsoft.com/office/drawing/2014/main" id="{56968610-DB44-A800-1234-F743A873ADC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200" y="882025"/>
            <a:ext cx="8159750" cy="3379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1600" dirty="0"/>
              <a:t>Week (03/23 – 03/29): If test rig is completed and microcontrollers are fine-tuned, setting up testing procedures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1600" dirty="0"/>
              <a:t>Week (03/30 – 04/05): Run test rig under various load (plot flow rate vs temp)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1600" dirty="0"/>
              <a:t>Week (04/06-04/12): Implement power meter PZEM-004T to read power consumption of pump (plot power w/ controller – without controller against temp)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1600" dirty="0"/>
              <a:t>Final Presentation: Abstract, Preparation, Diagram, Part Sorting, Assembling, Tuning, Project’s Vision, Future Improvements, Future Studies using the test rig (MPC &amp; ML controller, two phases fluid, nozzle orientation [automated], neural network PID for dynamic environment, </a:t>
            </a:r>
            <a:r>
              <a:rPr lang="en-US" sz="1600" dirty="0" err="1"/>
              <a:t>etc</a:t>
            </a:r>
            <a:r>
              <a:rPr lang="en-US" sz="1600" dirty="0"/>
              <a:t>…) </a:t>
            </a:r>
          </a:p>
        </p:txBody>
      </p:sp>
    </p:spTree>
    <p:extLst>
      <p:ext uri="{BB962C8B-B14F-4D97-AF65-F5344CB8AC3E}">
        <p14:creationId xmlns:p14="http://schemas.microsoft.com/office/powerpoint/2010/main" val="2777153724"/>
      </p:ext>
    </p:extLst>
  </p:cSld>
  <p:clrMapOvr>
    <a:masterClrMapping/>
  </p:clrMapOvr>
</p:sld>
</file>

<file path=ppt/theme/theme1.xml><?xml version="1.0" encoding="utf-8"?>
<a:theme xmlns:a="http://schemas.openxmlformats.org/drawingml/2006/main" name="Lehigh University Real Brand">
  <a:themeElements>
    <a:clrScheme name="Simple Light">
      <a:dk1>
        <a:srgbClr val="502D0E"/>
      </a:dk1>
      <a:lt1>
        <a:srgbClr val="FFFFFF"/>
      </a:lt1>
      <a:dk2>
        <a:srgbClr val="12354C"/>
      </a:dk2>
      <a:lt2>
        <a:srgbClr val="D1E9E8"/>
      </a:lt2>
      <a:accent1>
        <a:srgbClr val="5E74EE"/>
      </a:accent1>
      <a:accent2>
        <a:srgbClr val="66B0FF"/>
      </a:accent2>
      <a:accent3>
        <a:srgbClr val="FCD8D6"/>
      </a:accent3>
      <a:accent4>
        <a:srgbClr val="EBA033"/>
      </a:accent4>
      <a:accent5>
        <a:srgbClr val="FFE41E"/>
      </a:accent5>
      <a:accent6>
        <a:srgbClr val="000000"/>
      </a:accent6>
      <a:hlink>
        <a:srgbClr val="5E74E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1793</TotalTime>
  <Words>594</Words>
  <Application>Microsoft Office PowerPoint</Application>
  <PresentationFormat>On-screen Show (16:9)</PresentationFormat>
  <Paragraphs>77</Paragraphs>
  <Slides>15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Inter ExtraBold</vt:lpstr>
      <vt:lpstr>Inter Medium</vt:lpstr>
      <vt:lpstr>Inter</vt:lpstr>
      <vt:lpstr>Inter SemiBold</vt:lpstr>
      <vt:lpstr>Instrument Serif</vt:lpstr>
      <vt:lpstr>Lehigh University Real Brand</vt:lpstr>
      <vt:lpstr>Worksheet</vt:lpstr>
      <vt:lpstr>Direct Cooling Technique</vt:lpstr>
      <vt:lpstr>Control Strategy</vt:lpstr>
      <vt:lpstr>Option 1: Automated cooling/heating</vt:lpstr>
      <vt:lpstr>Option 2: Manual heating / Automated cooling</vt:lpstr>
      <vt:lpstr>Comparision</vt:lpstr>
      <vt:lpstr>Implementation</vt:lpstr>
      <vt:lpstr>1) RTD set-up</vt:lpstr>
      <vt:lpstr>2) Heating Element  Controller</vt:lpstr>
      <vt:lpstr>3) Cooling Element Controller</vt:lpstr>
      <vt:lpstr>Control Systems</vt:lpstr>
      <vt:lpstr>1) Open-loop for heating element</vt:lpstr>
      <vt:lpstr>2) Close-loop for cooling element</vt:lpstr>
      <vt:lpstr>Next Steps</vt:lpstr>
      <vt:lpstr>Rough Timeline</vt:lpstr>
      <vt:lpstr>Rough Timeline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Hoang Thai An Tran</dc:creator>
  <cp:lastModifiedBy>Andrew Tran</cp:lastModifiedBy>
  <cp:revision>4</cp:revision>
  <dcterms:modified xsi:type="dcterms:W3CDTF">2026-02-09T04:03:55Z</dcterms:modified>
</cp:coreProperties>
</file>